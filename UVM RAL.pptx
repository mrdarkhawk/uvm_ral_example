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78" r:id="rId9"/>
    <p:sldId id="262" r:id="rId10"/>
    <p:sldId id="279" r:id="rId11"/>
    <p:sldId id="280" r:id="rId12"/>
    <p:sldId id="263" r:id="rId13"/>
    <p:sldId id="264" r:id="rId14"/>
    <p:sldId id="281" r:id="rId15"/>
    <p:sldId id="265" r:id="rId16"/>
    <p:sldId id="282" r:id="rId17"/>
    <p:sldId id="266" r:id="rId18"/>
    <p:sldId id="283" r:id="rId19"/>
    <p:sldId id="267" r:id="rId20"/>
    <p:sldId id="284" r:id="rId21"/>
    <p:sldId id="285" r:id="rId22"/>
    <p:sldId id="286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87" r:id="rId3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23869-0060-41EB-9C10-2B449ED1C146}" v="2596" dt="2024-06-28T08:44:40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3785CA-A0D0-4118-893D-44093219C1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B5F004-2E3B-4177-BB22-3075767CE50D}">
      <dgm:prSet/>
      <dgm:spPr/>
      <dgm:t>
        <a:bodyPr/>
        <a:lstStyle/>
        <a:p>
          <a:r>
            <a:rPr lang="en-GB" dirty="0"/>
            <a:t>Reusability – same RAL model can be used in another environments for the same design.</a:t>
          </a:r>
          <a:endParaRPr lang="en-US" dirty="0"/>
        </a:p>
      </dgm:t>
    </dgm:pt>
    <dgm:pt modelId="{DF793B93-8CC9-4D7F-B60A-FEF4A656AB30}" type="parTrans" cxnId="{7FF57E3D-D36C-48C5-ABE9-8CBD5059F085}">
      <dgm:prSet/>
      <dgm:spPr/>
      <dgm:t>
        <a:bodyPr/>
        <a:lstStyle/>
        <a:p>
          <a:endParaRPr lang="en-US"/>
        </a:p>
      </dgm:t>
    </dgm:pt>
    <dgm:pt modelId="{49FCF40A-8AF5-4822-A4E5-9F766A4C3521}" type="sibTrans" cxnId="{7FF57E3D-D36C-48C5-ABE9-8CBD5059F085}">
      <dgm:prSet/>
      <dgm:spPr/>
      <dgm:t>
        <a:bodyPr/>
        <a:lstStyle/>
        <a:p>
          <a:endParaRPr lang="en-US"/>
        </a:p>
      </dgm:t>
    </dgm:pt>
    <dgm:pt modelId="{F9F15CCF-FFE9-4530-A77C-1A230A4C4AC2}">
      <dgm:prSet/>
      <dgm:spPr/>
      <dgm:t>
        <a:bodyPr/>
        <a:lstStyle/>
        <a:p>
          <a:r>
            <a:rPr lang="en-GB" dirty="0"/>
            <a:t>Once a RAL model integrated into the verification Environment , a verification engineer can access registers by using write(),read() methods.</a:t>
          </a:r>
          <a:endParaRPr lang="en-US" dirty="0"/>
        </a:p>
      </dgm:t>
    </dgm:pt>
    <dgm:pt modelId="{68D760F6-C9E4-4CDC-A44F-BD9526ADC93C}" type="parTrans" cxnId="{D3A7901B-3693-4C79-89E6-985B4FFAF091}">
      <dgm:prSet/>
      <dgm:spPr/>
      <dgm:t>
        <a:bodyPr/>
        <a:lstStyle/>
        <a:p>
          <a:endParaRPr lang="en-US"/>
        </a:p>
      </dgm:t>
    </dgm:pt>
    <dgm:pt modelId="{98B26E9A-0B86-459E-849F-88B8F2CB5DD3}" type="sibTrans" cxnId="{D3A7901B-3693-4C79-89E6-985B4FFAF091}">
      <dgm:prSet/>
      <dgm:spPr/>
      <dgm:t>
        <a:bodyPr/>
        <a:lstStyle/>
        <a:p>
          <a:endParaRPr lang="en-US"/>
        </a:p>
      </dgm:t>
    </dgm:pt>
    <dgm:pt modelId="{B3DBCA41-D6C1-4E80-BC5A-47222AB963EE}">
      <dgm:prSet/>
      <dgm:spPr/>
      <dgm:t>
        <a:bodyPr/>
        <a:lstStyle/>
        <a:p>
          <a:r>
            <a:rPr lang="en-GB" dirty="0"/>
            <a:t>We have front door access and back door access in uvm ral model.</a:t>
          </a:r>
          <a:endParaRPr lang="en-US" dirty="0"/>
        </a:p>
      </dgm:t>
    </dgm:pt>
    <dgm:pt modelId="{4FF22013-AA03-48E8-984F-E0D69FB2ABF7}" type="parTrans" cxnId="{470808C7-5C99-45AB-BF37-4CC0FC79562C}">
      <dgm:prSet/>
      <dgm:spPr/>
      <dgm:t>
        <a:bodyPr/>
        <a:lstStyle/>
        <a:p>
          <a:endParaRPr lang="en-US"/>
        </a:p>
      </dgm:t>
    </dgm:pt>
    <dgm:pt modelId="{8C894E7A-F511-4BA3-9C67-A4614C2399EB}" type="sibTrans" cxnId="{470808C7-5C99-45AB-BF37-4CC0FC79562C}">
      <dgm:prSet/>
      <dgm:spPr/>
      <dgm:t>
        <a:bodyPr/>
        <a:lstStyle/>
        <a:p>
          <a:endParaRPr lang="en-US"/>
        </a:p>
      </dgm:t>
    </dgm:pt>
    <dgm:pt modelId="{A054D76A-08C4-4BF7-8E4A-05AF5C23C9E2}" type="pres">
      <dgm:prSet presAssocID="{033785CA-A0D0-4118-893D-44093219C1C6}" presName="linear" presStyleCnt="0">
        <dgm:presLayoutVars>
          <dgm:animLvl val="lvl"/>
          <dgm:resizeHandles val="exact"/>
        </dgm:presLayoutVars>
      </dgm:prSet>
      <dgm:spPr/>
    </dgm:pt>
    <dgm:pt modelId="{9C520C57-3AF1-42CB-95B5-34C493743DA6}" type="pres">
      <dgm:prSet presAssocID="{82B5F004-2E3B-4177-BB22-3075767CE5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330671-3902-40A7-961F-EC7006A1E71D}" type="pres">
      <dgm:prSet presAssocID="{49FCF40A-8AF5-4822-A4E5-9F766A4C3521}" presName="spacer" presStyleCnt="0"/>
      <dgm:spPr/>
    </dgm:pt>
    <dgm:pt modelId="{A28EBAA3-3ED0-44B8-AF6C-32A19E9C9FEE}" type="pres">
      <dgm:prSet presAssocID="{F9F15CCF-FFE9-4530-A77C-1A230A4C4A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E410C6-908D-4A77-83BC-C5E234C9136A}" type="pres">
      <dgm:prSet presAssocID="{98B26E9A-0B86-459E-849F-88B8F2CB5DD3}" presName="spacer" presStyleCnt="0"/>
      <dgm:spPr/>
    </dgm:pt>
    <dgm:pt modelId="{4272469A-CD82-429B-9B95-35CEABD55F31}" type="pres">
      <dgm:prSet presAssocID="{B3DBCA41-D6C1-4E80-BC5A-47222AB963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3A7901B-3693-4C79-89E6-985B4FFAF091}" srcId="{033785CA-A0D0-4118-893D-44093219C1C6}" destId="{F9F15CCF-FFE9-4530-A77C-1A230A4C4AC2}" srcOrd="1" destOrd="0" parTransId="{68D760F6-C9E4-4CDC-A44F-BD9526ADC93C}" sibTransId="{98B26E9A-0B86-459E-849F-88B8F2CB5DD3}"/>
    <dgm:cxn modelId="{89DB672B-F420-47CF-ABB5-EAF20F37E508}" type="presOf" srcId="{82B5F004-2E3B-4177-BB22-3075767CE50D}" destId="{9C520C57-3AF1-42CB-95B5-34C493743DA6}" srcOrd="0" destOrd="0" presId="urn:microsoft.com/office/officeart/2005/8/layout/vList2"/>
    <dgm:cxn modelId="{7FF57E3D-D36C-48C5-ABE9-8CBD5059F085}" srcId="{033785CA-A0D0-4118-893D-44093219C1C6}" destId="{82B5F004-2E3B-4177-BB22-3075767CE50D}" srcOrd="0" destOrd="0" parTransId="{DF793B93-8CC9-4D7F-B60A-FEF4A656AB30}" sibTransId="{49FCF40A-8AF5-4822-A4E5-9F766A4C3521}"/>
    <dgm:cxn modelId="{79FEA871-647D-4C13-83DA-5AA15B380389}" type="presOf" srcId="{B3DBCA41-D6C1-4E80-BC5A-47222AB963EE}" destId="{4272469A-CD82-429B-9B95-35CEABD55F31}" srcOrd="0" destOrd="0" presId="urn:microsoft.com/office/officeart/2005/8/layout/vList2"/>
    <dgm:cxn modelId="{EE6D2356-AB4F-4384-AB69-D819B23608EC}" type="presOf" srcId="{033785CA-A0D0-4118-893D-44093219C1C6}" destId="{A054D76A-08C4-4BF7-8E4A-05AF5C23C9E2}" srcOrd="0" destOrd="0" presId="urn:microsoft.com/office/officeart/2005/8/layout/vList2"/>
    <dgm:cxn modelId="{470808C7-5C99-45AB-BF37-4CC0FC79562C}" srcId="{033785CA-A0D0-4118-893D-44093219C1C6}" destId="{B3DBCA41-D6C1-4E80-BC5A-47222AB963EE}" srcOrd="2" destOrd="0" parTransId="{4FF22013-AA03-48E8-984F-E0D69FB2ABF7}" sibTransId="{8C894E7A-F511-4BA3-9C67-A4614C2399EB}"/>
    <dgm:cxn modelId="{68E82DCA-3C9F-4663-AEFF-D59B7E125B64}" type="presOf" srcId="{F9F15CCF-FFE9-4530-A77C-1A230A4C4AC2}" destId="{A28EBAA3-3ED0-44B8-AF6C-32A19E9C9FEE}" srcOrd="0" destOrd="0" presId="urn:microsoft.com/office/officeart/2005/8/layout/vList2"/>
    <dgm:cxn modelId="{508EB36F-B5FF-42C9-912D-7DE8480367A6}" type="presParOf" srcId="{A054D76A-08C4-4BF7-8E4A-05AF5C23C9E2}" destId="{9C520C57-3AF1-42CB-95B5-34C493743DA6}" srcOrd="0" destOrd="0" presId="urn:microsoft.com/office/officeart/2005/8/layout/vList2"/>
    <dgm:cxn modelId="{2FFC33E0-15FD-443D-A315-584874F94C6A}" type="presParOf" srcId="{A054D76A-08C4-4BF7-8E4A-05AF5C23C9E2}" destId="{1D330671-3902-40A7-961F-EC7006A1E71D}" srcOrd="1" destOrd="0" presId="urn:microsoft.com/office/officeart/2005/8/layout/vList2"/>
    <dgm:cxn modelId="{E3D8FDFA-8D24-4AF5-B490-C44F42DE81B0}" type="presParOf" srcId="{A054D76A-08C4-4BF7-8E4A-05AF5C23C9E2}" destId="{A28EBAA3-3ED0-44B8-AF6C-32A19E9C9FEE}" srcOrd="2" destOrd="0" presId="urn:microsoft.com/office/officeart/2005/8/layout/vList2"/>
    <dgm:cxn modelId="{D1E17E65-3A01-4ACA-9182-C7BBD3D336D6}" type="presParOf" srcId="{A054D76A-08C4-4BF7-8E4A-05AF5C23C9E2}" destId="{ECE410C6-908D-4A77-83BC-C5E234C9136A}" srcOrd="3" destOrd="0" presId="urn:microsoft.com/office/officeart/2005/8/layout/vList2"/>
    <dgm:cxn modelId="{E43F8F52-59ED-4296-9296-ADB9EE6740FB}" type="presParOf" srcId="{A054D76A-08C4-4BF7-8E4A-05AF5C23C9E2}" destId="{4272469A-CD82-429B-9B95-35CEABD55F3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5E3BD4-4E69-40EC-9C48-0B778AB557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74878B-F3C7-42AC-A726-E085FF2B9A1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user-defined-register is derived from uvm_reg_block.</a:t>
          </a:r>
          <a:endParaRPr lang="en-US" dirty="0"/>
        </a:p>
      </dgm:t>
    </dgm:pt>
    <dgm:pt modelId="{D4686B02-CD0B-43C6-BF7B-D9310BA7676F}" type="parTrans" cxnId="{77C19B58-392D-4259-954C-39CE3080A88C}">
      <dgm:prSet/>
      <dgm:spPr/>
      <dgm:t>
        <a:bodyPr/>
        <a:lstStyle/>
        <a:p>
          <a:endParaRPr lang="en-US"/>
        </a:p>
      </dgm:t>
    </dgm:pt>
    <dgm:pt modelId="{2F16CD19-D48D-4F4A-B233-E49988A63A0E}" type="sibTrans" cxnId="{77C19B58-392D-4259-954C-39CE3080A88C}">
      <dgm:prSet/>
      <dgm:spPr/>
      <dgm:t>
        <a:bodyPr/>
        <a:lstStyle/>
        <a:p>
          <a:endParaRPr lang="en-US"/>
        </a:p>
      </dgm:t>
    </dgm:pt>
    <dgm:pt modelId="{3A0521CA-0095-4224-AE90-67AB6D32C80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It consists of all registers, maps, register files and other register blocks.</a:t>
          </a:r>
          <a:endParaRPr lang="en-US" dirty="0"/>
        </a:p>
      </dgm:t>
    </dgm:pt>
    <dgm:pt modelId="{82DB90FE-AC3B-49D2-B398-386A58124DD5}" type="parTrans" cxnId="{25DC2524-8E9E-4ED3-8132-36B9CA7A0B11}">
      <dgm:prSet/>
      <dgm:spPr/>
      <dgm:t>
        <a:bodyPr/>
        <a:lstStyle/>
        <a:p>
          <a:endParaRPr lang="en-US"/>
        </a:p>
      </dgm:t>
    </dgm:pt>
    <dgm:pt modelId="{FFACC781-0D52-41C1-BC56-1E7F6D25610F}" type="sibTrans" cxnId="{25DC2524-8E9E-4ED3-8132-36B9CA7A0B11}">
      <dgm:prSet/>
      <dgm:spPr/>
      <dgm:t>
        <a:bodyPr/>
        <a:lstStyle/>
        <a:p>
          <a:endParaRPr lang="en-US"/>
        </a:p>
      </dgm:t>
    </dgm:pt>
    <dgm:pt modelId="{7249A925-4ED4-44E1-AD3E-853654775E9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 block can have one or more address maps, each corresponding to a physical interface on the block.</a:t>
          </a:r>
          <a:endParaRPr lang="en-US" dirty="0"/>
        </a:p>
      </dgm:t>
    </dgm:pt>
    <dgm:pt modelId="{0DF034F7-AFD9-48A8-9BD7-1542273A6F29}" type="parTrans" cxnId="{FE31680E-6CB2-4D56-8F07-692541097268}">
      <dgm:prSet/>
      <dgm:spPr/>
      <dgm:t>
        <a:bodyPr/>
        <a:lstStyle/>
        <a:p>
          <a:endParaRPr lang="en-US"/>
        </a:p>
      </dgm:t>
    </dgm:pt>
    <dgm:pt modelId="{21076257-E512-46E0-B92F-777669D6CD68}" type="sibTrans" cxnId="{FE31680E-6CB2-4D56-8F07-692541097268}">
      <dgm:prSet/>
      <dgm:spPr/>
      <dgm:t>
        <a:bodyPr/>
        <a:lstStyle/>
        <a:p>
          <a:endParaRPr lang="en-US"/>
        </a:p>
      </dgm:t>
    </dgm:pt>
    <dgm:pt modelId="{AE008C3A-C451-4C7F-9976-C1AFA5FD4F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Rigister block at the hierarchical level provides the "Register model" as instance.</a:t>
          </a:r>
          <a:endParaRPr lang="en-US" dirty="0"/>
        </a:p>
      </dgm:t>
    </dgm:pt>
    <dgm:pt modelId="{B6D69689-EA8E-4F82-A2E4-816CC6DEB108}" type="parTrans" cxnId="{1F5E124B-EC3E-4C44-ABB8-C64E5B403393}">
      <dgm:prSet/>
      <dgm:spPr/>
      <dgm:t>
        <a:bodyPr/>
        <a:lstStyle/>
        <a:p>
          <a:endParaRPr lang="en-US"/>
        </a:p>
      </dgm:t>
    </dgm:pt>
    <dgm:pt modelId="{FAEADA0E-A93C-4484-97B6-18DEE21EAE31}" type="sibTrans" cxnId="{1F5E124B-EC3E-4C44-ABB8-C64E5B403393}">
      <dgm:prSet/>
      <dgm:spPr/>
      <dgm:t>
        <a:bodyPr/>
        <a:lstStyle/>
        <a:p>
          <a:endParaRPr lang="en-US"/>
        </a:p>
      </dgm:t>
    </dgm:pt>
    <dgm:pt modelId="{4584CBAD-8111-4F9F-BD27-FADB01B88FEF}" type="pres">
      <dgm:prSet presAssocID="{D25E3BD4-4E69-40EC-9C48-0B778AB557B6}" presName="root" presStyleCnt="0">
        <dgm:presLayoutVars>
          <dgm:dir/>
          <dgm:resizeHandles val="exact"/>
        </dgm:presLayoutVars>
      </dgm:prSet>
      <dgm:spPr/>
    </dgm:pt>
    <dgm:pt modelId="{D0389C78-4868-4AA8-A750-6E2041AD552B}" type="pres">
      <dgm:prSet presAssocID="{2D74878B-F3C7-42AC-A726-E085FF2B9A18}" presName="compNode" presStyleCnt="0"/>
      <dgm:spPr/>
    </dgm:pt>
    <dgm:pt modelId="{7818B248-4107-4CCA-82C7-F263E8CF3D20}" type="pres">
      <dgm:prSet presAssocID="{2D74878B-F3C7-42AC-A726-E085FF2B9A18}" presName="bgRect" presStyleLbl="bgShp" presStyleIdx="0" presStyleCnt="4"/>
      <dgm:spPr/>
    </dgm:pt>
    <dgm:pt modelId="{61AED892-94B0-47EB-A985-BA49099A55F0}" type="pres">
      <dgm:prSet presAssocID="{2D74878B-F3C7-42AC-A726-E085FF2B9A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EEB66C1-32BD-4B7A-AB92-B10CC9869997}" type="pres">
      <dgm:prSet presAssocID="{2D74878B-F3C7-42AC-A726-E085FF2B9A18}" presName="spaceRect" presStyleCnt="0"/>
      <dgm:spPr/>
    </dgm:pt>
    <dgm:pt modelId="{6F9BC720-857E-440D-8E39-2F7665CDEA09}" type="pres">
      <dgm:prSet presAssocID="{2D74878B-F3C7-42AC-A726-E085FF2B9A18}" presName="parTx" presStyleLbl="revTx" presStyleIdx="0" presStyleCnt="4">
        <dgm:presLayoutVars>
          <dgm:chMax val="0"/>
          <dgm:chPref val="0"/>
        </dgm:presLayoutVars>
      </dgm:prSet>
      <dgm:spPr/>
    </dgm:pt>
    <dgm:pt modelId="{CD957BD4-7023-4A99-A2C9-8B59075A1149}" type="pres">
      <dgm:prSet presAssocID="{2F16CD19-D48D-4F4A-B233-E49988A63A0E}" presName="sibTrans" presStyleCnt="0"/>
      <dgm:spPr/>
    </dgm:pt>
    <dgm:pt modelId="{5C79EFAA-F91E-4A82-8493-02F4BA1B08F5}" type="pres">
      <dgm:prSet presAssocID="{3A0521CA-0095-4224-AE90-67AB6D32C80D}" presName="compNode" presStyleCnt="0"/>
      <dgm:spPr/>
    </dgm:pt>
    <dgm:pt modelId="{2AF1C61B-A03B-429E-BBEE-90ACA1A5019B}" type="pres">
      <dgm:prSet presAssocID="{3A0521CA-0095-4224-AE90-67AB6D32C80D}" presName="bgRect" presStyleLbl="bgShp" presStyleIdx="1" presStyleCnt="4"/>
      <dgm:spPr/>
    </dgm:pt>
    <dgm:pt modelId="{8772D922-A07B-468F-BEC6-22CDE9DDF62C}" type="pres">
      <dgm:prSet presAssocID="{3A0521CA-0095-4224-AE90-67AB6D32C8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F0AFFD-E56D-42F5-9068-F45B06A117CA}" type="pres">
      <dgm:prSet presAssocID="{3A0521CA-0095-4224-AE90-67AB6D32C80D}" presName="spaceRect" presStyleCnt="0"/>
      <dgm:spPr/>
    </dgm:pt>
    <dgm:pt modelId="{0756CFBE-A032-408F-9860-CF2116392865}" type="pres">
      <dgm:prSet presAssocID="{3A0521CA-0095-4224-AE90-67AB6D32C80D}" presName="parTx" presStyleLbl="revTx" presStyleIdx="1" presStyleCnt="4">
        <dgm:presLayoutVars>
          <dgm:chMax val="0"/>
          <dgm:chPref val="0"/>
        </dgm:presLayoutVars>
      </dgm:prSet>
      <dgm:spPr/>
    </dgm:pt>
    <dgm:pt modelId="{1E60233C-AD33-4674-AB58-B9BE591C1C89}" type="pres">
      <dgm:prSet presAssocID="{FFACC781-0D52-41C1-BC56-1E7F6D25610F}" presName="sibTrans" presStyleCnt="0"/>
      <dgm:spPr/>
    </dgm:pt>
    <dgm:pt modelId="{C015D375-5221-49E4-9B87-0BA531B8CC41}" type="pres">
      <dgm:prSet presAssocID="{7249A925-4ED4-44E1-AD3E-853654775E9D}" presName="compNode" presStyleCnt="0"/>
      <dgm:spPr/>
    </dgm:pt>
    <dgm:pt modelId="{F738DBEC-5CC8-4670-B99F-CECE9D42D2B2}" type="pres">
      <dgm:prSet presAssocID="{7249A925-4ED4-44E1-AD3E-853654775E9D}" presName="bgRect" presStyleLbl="bgShp" presStyleIdx="2" presStyleCnt="4"/>
      <dgm:spPr/>
    </dgm:pt>
    <dgm:pt modelId="{D363AE18-CDCC-4284-8084-7E3EF82544CC}" type="pres">
      <dgm:prSet presAssocID="{7249A925-4ED4-44E1-AD3E-853654775E9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DBD421C-9A74-4B82-A9AA-FEC16598E27E}" type="pres">
      <dgm:prSet presAssocID="{7249A925-4ED4-44E1-AD3E-853654775E9D}" presName="spaceRect" presStyleCnt="0"/>
      <dgm:spPr/>
    </dgm:pt>
    <dgm:pt modelId="{29F71391-C830-490B-B02E-9E93456A38E4}" type="pres">
      <dgm:prSet presAssocID="{7249A925-4ED4-44E1-AD3E-853654775E9D}" presName="parTx" presStyleLbl="revTx" presStyleIdx="2" presStyleCnt="4">
        <dgm:presLayoutVars>
          <dgm:chMax val="0"/>
          <dgm:chPref val="0"/>
        </dgm:presLayoutVars>
      </dgm:prSet>
      <dgm:spPr/>
    </dgm:pt>
    <dgm:pt modelId="{8B4F8FAB-5984-4775-8CA3-AE6945C75C62}" type="pres">
      <dgm:prSet presAssocID="{21076257-E512-46E0-B92F-777669D6CD68}" presName="sibTrans" presStyleCnt="0"/>
      <dgm:spPr/>
    </dgm:pt>
    <dgm:pt modelId="{480A0AD9-857B-4B17-9255-4B99A564BD40}" type="pres">
      <dgm:prSet presAssocID="{AE008C3A-C451-4C7F-9976-C1AFA5FD4F07}" presName="compNode" presStyleCnt="0"/>
      <dgm:spPr/>
    </dgm:pt>
    <dgm:pt modelId="{EE393F4E-AC9B-4E80-829F-F90B72A08C62}" type="pres">
      <dgm:prSet presAssocID="{AE008C3A-C451-4C7F-9976-C1AFA5FD4F07}" presName="bgRect" presStyleLbl="bgShp" presStyleIdx="3" presStyleCnt="4"/>
      <dgm:spPr/>
    </dgm:pt>
    <dgm:pt modelId="{A126BCBF-BB6B-4236-BBF2-9D7008AD29E6}" type="pres">
      <dgm:prSet presAssocID="{AE008C3A-C451-4C7F-9976-C1AFA5FD4F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48F9292F-649C-46AD-9EA7-1629238007E9}" type="pres">
      <dgm:prSet presAssocID="{AE008C3A-C451-4C7F-9976-C1AFA5FD4F07}" presName="spaceRect" presStyleCnt="0"/>
      <dgm:spPr/>
    </dgm:pt>
    <dgm:pt modelId="{E0D07124-E19E-4799-AB7B-AB76F26307E2}" type="pres">
      <dgm:prSet presAssocID="{AE008C3A-C451-4C7F-9976-C1AFA5FD4F0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31680E-6CB2-4D56-8F07-692541097268}" srcId="{D25E3BD4-4E69-40EC-9C48-0B778AB557B6}" destId="{7249A925-4ED4-44E1-AD3E-853654775E9D}" srcOrd="2" destOrd="0" parTransId="{0DF034F7-AFD9-48A8-9BD7-1542273A6F29}" sibTransId="{21076257-E512-46E0-B92F-777669D6CD68}"/>
    <dgm:cxn modelId="{65B9AE10-61ED-47C2-883D-A8FB337A2F0F}" type="presOf" srcId="{3A0521CA-0095-4224-AE90-67AB6D32C80D}" destId="{0756CFBE-A032-408F-9860-CF2116392865}" srcOrd="0" destOrd="0" presId="urn:microsoft.com/office/officeart/2018/2/layout/IconVerticalSolidList"/>
    <dgm:cxn modelId="{25DC2524-8E9E-4ED3-8132-36B9CA7A0B11}" srcId="{D25E3BD4-4E69-40EC-9C48-0B778AB557B6}" destId="{3A0521CA-0095-4224-AE90-67AB6D32C80D}" srcOrd="1" destOrd="0" parTransId="{82DB90FE-AC3B-49D2-B398-386A58124DD5}" sibTransId="{FFACC781-0D52-41C1-BC56-1E7F6D25610F}"/>
    <dgm:cxn modelId="{5630EE32-00E9-4978-86F6-DC6507C86FD7}" type="presOf" srcId="{7249A925-4ED4-44E1-AD3E-853654775E9D}" destId="{29F71391-C830-490B-B02E-9E93456A38E4}" srcOrd="0" destOrd="0" presId="urn:microsoft.com/office/officeart/2018/2/layout/IconVerticalSolidList"/>
    <dgm:cxn modelId="{1F5E124B-EC3E-4C44-ABB8-C64E5B403393}" srcId="{D25E3BD4-4E69-40EC-9C48-0B778AB557B6}" destId="{AE008C3A-C451-4C7F-9976-C1AFA5FD4F07}" srcOrd="3" destOrd="0" parTransId="{B6D69689-EA8E-4F82-A2E4-816CC6DEB108}" sibTransId="{FAEADA0E-A93C-4484-97B6-18DEE21EAE31}"/>
    <dgm:cxn modelId="{77C19B58-392D-4259-954C-39CE3080A88C}" srcId="{D25E3BD4-4E69-40EC-9C48-0B778AB557B6}" destId="{2D74878B-F3C7-42AC-A726-E085FF2B9A18}" srcOrd="0" destOrd="0" parTransId="{D4686B02-CD0B-43C6-BF7B-D9310BA7676F}" sibTransId="{2F16CD19-D48D-4F4A-B233-E49988A63A0E}"/>
    <dgm:cxn modelId="{3621B283-D2C0-446D-89E3-C1DDBAFB33C6}" type="presOf" srcId="{2D74878B-F3C7-42AC-A726-E085FF2B9A18}" destId="{6F9BC720-857E-440D-8E39-2F7665CDEA09}" srcOrd="0" destOrd="0" presId="urn:microsoft.com/office/officeart/2018/2/layout/IconVerticalSolidList"/>
    <dgm:cxn modelId="{CF086CA5-D3BF-4C22-A6F3-1D1E2C3C7245}" type="presOf" srcId="{AE008C3A-C451-4C7F-9976-C1AFA5FD4F07}" destId="{E0D07124-E19E-4799-AB7B-AB76F26307E2}" srcOrd="0" destOrd="0" presId="urn:microsoft.com/office/officeart/2018/2/layout/IconVerticalSolidList"/>
    <dgm:cxn modelId="{A9FD6EFF-DDFE-481C-958B-BCBCB4B59030}" type="presOf" srcId="{D25E3BD4-4E69-40EC-9C48-0B778AB557B6}" destId="{4584CBAD-8111-4F9F-BD27-FADB01B88FEF}" srcOrd="0" destOrd="0" presId="urn:microsoft.com/office/officeart/2018/2/layout/IconVerticalSolidList"/>
    <dgm:cxn modelId="{ACC0BD53-1137-4668-A01F-62A4B4966F68}" type="presParOf" srcId="{4584CBAD-8111-4F9F-BD27-FADB01B88FEF}" destId="{D0389C78-4868-4AA8-A750-6E2041AD552B}" srcOrd="0" destOrd="0" presId="urn:microsoft.com/office/officeart/2018/2/layout/IconVerticalSolidList"/>
    <dgm:cxn modelId="{9A98C290-16D6-4445-B535-B8D3961BC5BA}" type="presParOf" srcId="{D0389C78-4868-4AA8-A750-6E2041AD552B}" destId="{7818B248-4107-4CCA-82C7-F263E8CF3D20}" srcOrd="0" destOrd="0" presId="urn:microsoft.com/office/officeart/2018/2/layout/IconVerticalSolidList"/>
    <dgm:cxn modelId="{3DAE7057-00EE-4617-8D83-A275ED24A45F}" type="presParOf" srcId="{D0389C78-4868-4AA8-A750-6E2041AD552B}" destId="{61AED892-94B0-47EB-A985-BA49099A55F0}" srcOrd="1" destOrd="0" presId="urn:microsoft.com/office/officeart/2018/2/layout/IconVerticalSolidList"/>
    <dgm:cxn modelId="{B0D0A9DB-4D3E-4B8D-B24D-F812D05F2DEA}" type="presParOf" srcId="{D0389C78-4868-4AA8-A750-6E2041AD552B}" destId="{8EEB66C1-32BD-4B7A-AB92-B10CC9869997}" srcOrd="2" destOrd="0" presId="urn:microsoft.com/office/officeart/2018/2/layout/IconVerticalSolidList"/>
    <dgm:cxn modelId="{110444E5-6EB1-4E9D-A31F-B89AE1C1B052}" type="presParOf" srcId="{D0389C78-4868-4AA8-A750-6E2041AD552B}" destId="{6F9BC720-857E-440D-8E39-2F7665CDEA09}" srcOrd="3" destOrd="0" presId="urn:microsoft.com/office/officeart/2018/2/layout/IconVerticalSolidList"/>
    <dgm:cxn modelId="{238FDBA7-9DE9-43D3-9D31-02941DCD6D71}" type="presParOf" srcId="{4584CBAD-8111-4F9F-BD27-FADB01B88FEF}" destId="{CD957BD4-7023-4A99-A2C9-8B59075A1149}" srcOrd="1" destOrd="0" presId="urn:microsoft.com/office/officeart/2018/2/layout/IconVerticalSolidList"/>
    <dgm:cxn modelId="{817A7187-256B-4095-80F5-0F8A3D5C9947}" type="presParOf" srcId="{4584CBAD-8111-4F9F-BD27-FADB01B88FEF}" destId="{5C79EFAA-F91E-4A82-8493-02F4BA1B08F5}" srcOrd="2" destOrd="0" presId="urn:microsoft.com/office/officeart/2018/2/layout/IconVerticalSolidList"/>
    <dgm:cxn modelId="{A8E4B8AA-6178-4650-9212-B4133F943A27}" type="presParOf" srcId="{5C79EFAA-F91E-4A82-8493-02F4BA1B08F5}" destId="{2AF1C61B-A03B-429E-BBEE-90ACA1A5019B}" srcOrd="0" destOrd="0" presId="urn:microsoft.com/office/officeart/2018/2/layout/IconVerticalSolidList"/>
    <dgm:cxn modelId="{34D642A3-EE0A-4D08-B7FE-282517CB101C}" type="presParOf" srcId="{5C79EFAA-F91E-4A82-8493-02F4BA1B08F5}" destId="{8772D922-A07B-468F-BEC6-22CDE9DDF62C}" srcOrd="1" destOrd="0" presId="urn:microsoft.com/office/officeart/2018/2/layout/IconVerticalSolidList"/>
    <dgm:cxn modelId="{9B370FEC-DD5B-4742-889E-846DA6EEB433}" type="presParOf" srcId="{5C79EFAA-F91E-4A82-8493-02F4BA1B08F5}" destId="{84F0AFFD-E56D-42F5-9068-F45B06A117CA}" srcOrd="2" destOrd="0" presId="urn:microsoft.com/office/officeart/2018/2/layout/IconVerticalSolidList"/>
    <dgm:cxn modelId="{8C67A38D-AE91-41D2-AD95-5B3E8D690AA4}" type="presParOf" srcId="{5C79EFAA-F91E-4A82-8493-02F4BA1B08F5}" destId="{0756CFBE-A032-408F-9860-CF2116392865}" srcOrd="3" destOrd="0" presId="urn:microsoft.com/office/officeart/2018/2/layout/IconVerticalSolidList"/>
    <dgm:cxn modelId="{41A8DD1F-58D7-47DC-9BB3-592FC43FA0B0}" type="presParOf" srcId="{4584CBAD-8111-4F9F-BD27-FADB01B88FEF}" destId="{1E60233C-AD33-4674-AB58-B9BE591C1C89}" srcOrd="3" destOrd="0" presId="urn:microsoft.com/office/officeart/2018/2/layout/IconVerticalSolidList"/>
    <dgm:cxn modelId="{EFE6881B-1A65-4125-90A4-BB6F73B8364F}" type="presParOf" srcId="{4584CBAD-8111-4F9F-BD27-FADB01B88FEF}" destId="{C015D375-5221-49E4-9B87-0BA531B8CC41}" srcOrd="4" destOrd="0" presId="urn:microsoft.com/office/officeart/2018/2/layout/IconVerticalSolidList"/>
    <dgm:cxn modelId="{C417A760-61C3-4C4D-B11D-BDBD7EDF0A0D}" type="presParOf" srcId="{C015D375-5221-49E4-9B87-0BA531B8CC41}" destId="{F738DBEC-5CC8-4670-B99F-CECE9D42D2B2}" srcOrd="0" destOrd="0" presId="urn:microsoft.com/office/officeart/2018/2/layout/IconVerticalSolidList"/>
    <dgm:cxn modelId="{FC47489A-808C-4C54-A0D6-A55172200959}" type="presParOf" srcId="{C015D375-5221-49E4-9B87-0BA531B8CC41}" destId="{D363AE18-CDCC-4284-8084-7E3EF82544CC}" srcOrd="1" destOrd="0" presId="urn:microsoft.com/office/officeart/2018/2/layout/IconVerticalSolidList"/>
    <dgm:cxn modelId="{47116538-1681-45E8-A3FC-B204A5D3E149}" type="presParOf" srcId="{C015D375-5221-49E4-9B87-0BA531B8CC41}" destId="{CDBD421C-9A74-4B82-A9AA-FEC16598E27E}" srcOrd="2" destOrd="0" presId="urn:microsoft.com/office/officeart/2018/2/layout/IconVerticalSolidList"/>
    <dgm:cxn modelId="{864B1F71-B917-4298-8983-95E8630A2860}" type="presParOf" srcId="{C015D375-5221-49E4-9B87-0BA531B8CC41}" destId="{29F71391-C830-490B-B02E-9E93456A38E4}" srcOrd="3" destOrd="0" presId="urn:microsoft.com/office/officeart/2018/2/layout/IconVerticalSolidList"/>
    <dgm:cxn modelId="{A1A30C13-29E6-4854-9572-AFC0EBF1E398}" type="presParOf" srcId="{4584CBAD-8111-4F9F-BD27-FADB01B88FEF}" destId="{8B4F8FAB-5984-4775-8CA3-AE6945C75C62}" srcOrd="5" destOrd="0" presId="urn:microsoft.com/office/officeart/2018/2/layout/IconVerticalSolidList"/>
    <dgm:cxn modelId="{7104D525-6C89-4262-B341-019152EE0F6B}" type="presParOf" srcId="{4584CBAD-8111-4F9F-BD27-FADB01B88FEF}" destId="{480A0AD9-857B-4B17-9255-4B99A564BD40}" srcOrd="6" destOrd="0" presId="urn:microsoft.com/office/officeart/2018/2/layout/IconVerticalSolidList"/>
    <dgm:cxn modelId="{EEBF7C3A-48D1-48E9-AE59-7C5C6192EECA}" type="presParOf" srcId="{480A0AD9-857B-4B17-9255-4B99A564BD40}" destId="{EE393F4E-AC9B-4E80-829F-F90B72A08C62}" srcOrd="0" destOrd="0" presId="urn:microsoft.com/office/officeart/2018/2/layout/IconVerticalSolidList"/>
    <dgm:cxn modelId="{C222C31E-D478-477C-9394-CDCAF7C4737E}" type="presParOf" srcId="{480A0AD9-857B-4B17-9255-4B99A564BD40}" destId="{A126BCBF-BB6B-4236-BBF2-9D7008AD29E6}" srcOrd="1" destOrd="0" presId="urn:microsoft.com/office/officeart/2018/2/layout/IconVerticalSolidList"/>
    <dgm:cxn modelId="{87358069-F2ED-4774-B300-3EE153BFE7DB}" type="presParOf" srcId="{480A0AD9-857B-4B17-9255-4B99A564BD40}" destId="{48F9292F-649C-46AD-9EA7-1629238007E9}" srcOrd="2" destOrd="0" presId="urn:microsoft.com/office/officeart/2018/2/layout/IconVerticalSolidList"/>
    <dgm:cxn modelId="{146918ED-A36D-40DD-B798-B79E9741713B}" type="presParOf" srcId="{480A0AD9-857B-4B17-9255-4B99A564BD40}" destId="{E0D07124-E19E-4799-AB7B-AB76F26307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847D49-8404-4230-A041-1799B72E63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2615E8-5E45-4B8C-9B55-FF161A7F5019}">
      <dgm:prSet/>
      <dgm:spPr/>
      <dgm:t>
        <a:bodyPr/>
        <a:lstStyle/>
        <a:p>
          <a:r>
            <a:rPr lang="en-GB" dirty="0"/>
            <a:t>The user defined register class is derived from uvm_reg.</a:t>
          </a:r>
          <a:endParaRPr lang="en-US" dirty="0"/>
        </a:p>
      </dgm:t>
    </dgm:pt>
    <dgm:pt modelId="{E06A7C15-2CA6-4993-B210-D44790EBA02D}" type="parTrans" cxnId="{24B7B802-EC2D-45B9-A66C-359158697D8D}">
      <dgm:prSet/>
      <dgm:spPr/>
      <dgm:t>
        <a:bodyPr/>
        <a:lstStyle/>
        <a:p>
          <a:endParaRPr lang="en-US"/>
        </a:p>
      </dgm:t>
    </dgm:pt>
    <dgm:pt modelId="{EB8D0F52-C4F0-461A-B0D7-23DB3858044C}" type="sibTrans" cxnId="{24B7B802-EC2D-45B9-A66C-359158697D8D}">
      <dgm:prSet/>
      <dgm:spPr/>
      <dgm:t>
        <a:bodyPr/>
        <a:lstStyle/>
        <a:p>
          <a:endParaRPr lang="en-US"/>
        </a:p>
      </dgm:t>
    </dgm:pt>
    <dgm:pt modelId="{EDCF9038-DB32-47B7-8F1A-8AF463989ACD}">
      <dgm:prSet/>
      <dgm:spPr/>
      <dgm:t>
        <a:bodyPr/>
        <a:lstStyle/>
        <a:p>
          <a:r>
            <a:rPr lang="en-GB" dirty="0"/>
            <a:t>It mimics the register of the design.</a:t>
          </a:r>
          <a:endParaRPr lang="en-US" dirty="0"/>
        </a:p>
      </dgm:t>
    </dgm:pt>
    <dgm:pt modelId="{B240869F-2353-4CAC-9F95-F74A2347CF0C}" type="parTrans" cxnId="{14A8D162-7C03-4B22-B600-E12CAD68FE25}">
      <dgm:prSet/>
      <dgm:spPr/>
      <dgm:t>
        <a:bodyPr/>
        <a:lstStyle/>
        <a:p>
          <a:endParaRPr lang="en-US"/>
        </a:p>
      </dgm:t>
    </dgm:pt>
    <dgm:pt modelId="{267D9AFB-922C-4568-828B-B13885571057}" type="sibTrans" cxnId="{14A8D162-7C03-4B22-B600-E12CAD68FE25}">
      <dgm:prSet/>
      <dgm:spPr/>
      <dgm:t>
        <a:bodyPr/>
        <a:lstStyle/>
        <a:p>
          <a:endParaRPr lang="en-US"/>
        </a:p>
      </dgm:t>
    </dgm:pt>
    <dgm:pt modelId="{23E57DA5-906C-42E4-9D83-4BF641FBF027}">
      <dgm:prSet/>
      <dgm:spPr/>
      <dgm:t>
        <a:bodyPr/>
        <a:lstStyle/>
        <a:p>
          <a:r>
            <a:rPr lang="en-GB" dirty="0"/>
            <a:t>To represents fields in the register , RAL provides the uvm_reg_field class.</a:t>
          </a:r>
          <a:endParaRPr lang="en-US" dirty="0"/>
        </a:p>
      </dgm:t>
    </dgm:pt>
    <dgm:pt modelId="{1242E43D-6C29-45D9-B142-63DB1E4CCCCE}" type="parTrans" cxnId="{C8A2C13F-CD7C-406E-8BCE-95715D80670A}">
      <dgm:prSet/>
      <dgm:spPr/>
      <dgm:t>
        <a:bodyPr/>
        <a:lstStyle/>
        <a:p>
          <a:endParaRPr lang="en-US"/>
        </a:p>
      </dgm:t>
    </dgm:pt>
    <dgm:pt modelId="{0ABD6F1F-A4FA-420F-A13D-5B000808E79C}" type="sibTrans" cxnId="{C8A2C13F-CD7C-406E-8BCE-95715D80670A}">
      <dgm:prSet/>
      <dgm:spPr/>
      <dgm:t>
        <a:bodyPr/>
        <a:lstStyle/>
        <a:p>
          <a:endParaRPr lang="en-US"/>
        </a:p>
      </dgm:t>
    </dgm:pt>
    <dgm:pt modelId="{2853E274-84BC-4FCE-9EE9-020442F6A336}" type="pres">
      <dgm:prSet presAssocID="{4D847D49-8404-4230-A041-1799B72E6354}" presName="linear" presStyleCnt="0">
        <dgm:presLayoutVars>
          <dgm:animLvl val="lvl"/>
          <dgm:resizeHandles val="exact"/>
        </dgm:presLayoutVars>
      </dgm:prSet>
      <dgm:spPr/>
    </dgm:pt>
    <dgm:pt modelId="{37929EE0-AF72-4AFD-944B-7ED61447C828}" type="pres">
      <dgm:prSet presAssocID="{682615E8-5E45-4B8C-9B55-FF161A7F50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DFC2A1-3F7C-40EC-AD9D-3FAA70CEBFE8}" type="pres">
      <dgm:prSet presAssocID="{EB8D0F52-C4F0-461A-B0D7-23DB3858044C}" presName="spacer" presStyleCnt="0"/>
      <dgm:spPr/>
    </dgm:pt>
    <dgm:pt modelId="{16F63A25-CA77-481A-8244-37B22F628661}" type="pres">
      <dgm:prSet presAssocID="{EDCF9038-DB32-47B7-8F1A-8AF463989A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93B7E8B-E4CB-425A-8DDB-DE1ACBF7B9D0}" type="pres">
      <dgm:prSet presAssocID="{267D9AFB-922C-4568-828B-B13885571057}" presName="spacer" presStyleCnt="0"/>
      <dgm:spPr/>
    </dgm:pt>
    <dgm:pt modelId="{30E21C84-54DD-41BA-B81B-C040F3165B68}" type="pres">
      <dgm:prSet presAssocID="{23E57DA5-906C-42E4-9D83-4BF641FBF02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705D02-D84B-44A5-8260-55FF3108DDDF}" type="presOf" srcId="{4D847D49-8404-4230-A041-1799B72E6354}" destId="{2853E274-84BC-4FCE-9EE9-020442F6A336}" srcOrd="0" destOrd="0" presId="urn:microsoft.com/office/officeart/2005/8/layout/vList2"/>
    <dgm:cxn modelId="{24B7B802-EC2D-45B9-A66C-359158697D8D}" srcId="{4D847D49-8404-4230-A041-1799B72E6354}" destId="{682615E8-5E45-4B8C-9B55-FF161A7F5019}" srcOrd="0" destOrd="0" parTransId="{E06A7C15-2CA6-4993-B210-D44790EBA02D}" sibTransId="{EB8D0F52-C4F0-461A-B0D7-23DB3858044C}"/>
    <dgm:cxn modelId="{C8A2C13F-CD7C-406E-8BCE-95715D80670A}" srcId="{4D847D49-8404-4230-A041-1799B72E6354}" destId="{23E57DA5-906C-42E4-9D83-4BF641FBF027}" srcOrd="2" destOrd="0" parTransId="{1242E43D-6C29-45D9-B142-63DB1E4CCCCE}" sibTransId="{0ABD6F1F-A4FA-420F-A13D-5B000808E79C}"/>
    <dgm:cxn modelId="{14A8D162-7C03-4B22-B600-E12CAD68FE25}" srcId="{4D847D49-8404-4230-A041-1799B72E6354}" destId="{EDCF9038-DB32-47B7-8F1A-8AF463989ACD}" srcOrd="1" destOrd="0" parTransId="{B240869F-2353-4CAC-9F95-F74A2347CF0C}" sibTransId="{267D9AFB-922C-4568-828B-B13885571057}"/>
    <dgm:cxn modelId="{014812BA-A0AA-452E-82C8-0C2EEB49CA47}" type="presOf" srcId="{682615E8-5E45-4B8C-9B55-FF161A7F5019}" destId="{37929EE0-AF72-4AFD-944B-7ED61447C828}" srcOrd="0" destOrd="0" presId="urn:microsoft.com/office/officeart/2005/8/layout/vList2"/>
    <dgm:cxn modelId="{0ACB7EC6-1A82-40DF-9A21-34A6F5B9B95A}" type="presOf" srcId="{EDCF9038-DB32-47B7-8F1A-8AF463989ACD}" destId="{16F63A25-CA77-481A-8244-37B22F628661}" srcOrd="0" destOrd="0" presId="urn:microsoft.com/office/officeart/2005/8/layout/vList2"/>
    <dgm:cxn modelId="{475F6CE5-C6C6-4558-956D-2F87646BEE9E}" type="presOf" srcId="{23E57DA5-906C-42E4-9D83-4BF641FBF027}" destId="{30E21C84-54DD-41BA-B81B-C040F3165B68}" srcOrd="0" destOrd="0" presId="urn:microsoft.com/office/officeart/2005/8/layout/vList2"/>
    <dgm:cxn modelId="{A05AB044-C364-4F37-8700-E7117D7A3120}" type="presParOf" srcId="{2853E274-84BC-4FCE-9EE9-020442F6A336}" destId="{37929EE0-AF72-4AFD-944B-7ED61447C828}" srcOrd="0" destOrd="0" presId="urn:microsoft.com/office/officeart/2005/8/layout/vList2"/>
    <dgm:cxn modelId="{7CEBD634-C13C-490B-B8E0-D58981053B5C}" type="presParOf" srcId="{2853E274-84BC-4FCE-9EE9-020442F6A336}" destId="{61DFC2A1-3F7C-40EC-AD9D-3FAA70CEBFE8}" srcOrd="1" destOrd="0" presId="urn:microsoft.com/office/officeart/2005/8/layout/vList2"/>
    <dgm:cxn modelId="{574998AD-AEAD-4019-B583-11A7E9C7D70B}" type="presParOf" srcId="{2853E274-84BC-4FCE-9EE9-020442F6A336}" destId="{16F63A25-CA77-481A-8244-37B22F628661}" srcOrd="2" destOrd="0" presId="urn:microsoft.com/office/officeart/2005/8/layout/vList2"/>
    <dgm:cxn modelId="{F367D990-FA83-4E8B-8FC2-AADC0C730229}" type="presParOf" srcId="{2853E274-84BC-4FCE-9EE9-020442F6A336}" destId="{493B7E8B-E4CB-425A-8DDB-DE1ACBF7B9D0}" srcOrd="3" destOrd="0" presId="urn:microsoft.com/office/officeart/2005/8/layout/vList2"/>
    <dgm:cxn modelId="{E3C2E8A2-55B2-4AD4-8124-3BD303FC4143}" type="presParOf" srcId="{2853E274-84BC-4FCE-9EE9-020442F6A336}" destId="{30E21C84-54DD-41BA-B81B-C040F3165B6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1F634F-5A47-496A-A730-C12DBD0A05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328FDC-0E04-4ECC-BE53-0B672A329B7F}">
      <dgm:prSet/>
      <dgm:spPr/>
      <dgm:t>
        <a:bodyPr/>
        <a:lstStyle/>
        <a:p>
          <a:r>
            <a:rPr lang="en-GB" dirty="0"/>
            <a:t>It represents the fields of the register.</a:t>
          </a:r>
          <a:endParaRPr lang="en-US" dirty="0"/>
        </a:p>
      </dgm:t>
    </dgm:pt>
    <dgm:pt modelId="{A8D742CF-57A1-4444-877E-78FD4E1DCF19}" type="parTrans" cxnId="{EF87C93F-8F04-48C7-83A3-8CE65522A1B7}">
      <dgm:prSet/>
      <dgm:spPr/>
      <dgm:t>
        <a:bodyPr/>
        <a:lstStyle/>
        <a:p>
          <a:endParaRPr lang="en-US"/>
        </a:p>
      </dgm:t>
    </dgm:pt>
    <dgm:pt modelId="{02E932D5-B027-4C2B-B84F-F60B442E161F}" type="sibTrans" cxnId="{EF87C93F-8F04-48C7-83A3-8CE65522A1B7}">
      <dgm:prSet/>
      <dgm:spPr/>
      <dgm:t>
        <a:bodyPr/>
        <a:lstStyle/>
        <a:p>
          <a:endParaRPr lang="en-US"/>
        </a:p>
      </dgm:t>
    </dgm:pt>
    <dgm:pt modelId="{F8EC0E6B-1D35-42E2-A87C-35EDF34CF857}">
      <dgm:prSet/>
      <dgm:spPr/>
      <dgm:t>
        <a:bodyPr/>
        <a:lstStyle/>
        <a:p>
          <a:r>
            <a:rPr lang="en-GB" dirty="0"/>
            <a:t>Each register can have one or more fields that can has different policies out of which RW,RO,W1C,W1S etc.</a:t>
          </a:r>
          <a:endParaRPr lang="en-US" dirty="0"/>
        </a:p>
      </dgm:t>
    </dgm:pt>
    <dgm:pt modelId="{2F7FD9E7-F841-4E29-A28E-76FF974D4A7F}" type="parTrans" cxnId="{05F82EE8-C26F-49EB-93B2-93A83622A283}">
      <dgm:prSet/>
      <dgm:spPr/>
      <dgm:t>
        <a:bodyPr/>
        <a:lstStyle/>
        <a:p>
          <a:endParaRPr lang="en-US"/>
        </a:p>
      </dgm:t>
    </dgm:pt>
    <dgm:pt modelId="{BA362F3D-0195-4C13-BDFD-B3A47C630643}" type="sibTrans" cxnId="{05F82EE8-C26F-49EB-93B2-93A83622A283}">
      <dgm:prSet/>
      <dgm:spPr/>
      <dgm:t>
        <a:bodyPr/>
        <a:lstStyle/>
        <a:p>
          <a:endParaRPr lang="en-US"/>
        </a:p>
      </dgm:t>
    </dgm:pt>
    <dgm:pt modelId="{98359065-DE75-414F-A6F4-724057599F56}" type="pres">
      <dgm:prSet presAssocID="{351F634F-5A47-496A-A730-C12DBD0A05FE}" presName="linear" presStyleCnt="0">
        <dgm:presLayoutVars>
          <dgm:animLvl val="lvl"/>
          <dgm:resizeHandles val="exact"/>
        </dgm:presLayoutVars>
      </dgm:prSet>
      <dgm:spPr/>
    </dgm:pt>
    <dgm:pt modelId="{D3E01EED-DDD8-465C-A510-917CCDF70526}" type="pres">
      <dgm:prSet presAssocID="{8F328FDC-0E04-4ECC-BE53-0B672A329B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5F5248-2F68-4A52-9D5D-9FFC6F566CDD}" type="pres">
      <dgm:prSet presAssocID="{02E932D5-B027-4C2B-B84F-F60B442E161F}" presName="spacer" presStyleCnt="0"/>
      <dgm:spPr/>
    </dgm:pt>
    <dgm:pt modelId="{B4EE4C12-0A4A-4981-89F0-BD71CFE6A406}" type="pres">
      <dgm:prSet presAssocID="{F8EC0E6B-1D35-42E2-A87C-35EDF34CF85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F87C93F-8F04-48C7-83A3-8CE65522A1B7}" srcId="{351F634F-5A47-496A-A730-C12DBD0A05FE}" destId="{8F328FDC-0E04-4ECC-BE53-0B672A329B7F}" srcOrd="0" destOrd="0" parTransId="{A8D742CF-57A1-4444-877E-78FD4E1DCF19}" sibTransId="{02E932D5-B027-4C2B-B84F-F60B442E161F}"/>
    <dgm:cxn modelId="{95257F93-EBA6-4904-98AC-BCA17499CA73}" type="presOf" srcId="{8F328FDC-0E04-4ECC-BE53-0B672A329B7F}" destId="{D3E01EED-DDD8-465C-A510-917CCDF70526}" srcOrd="0" destOrd="0" presId="urn:microsoft.com/office/officeart/2005/8/layout/vList2"/>
    <dgm:cxn modelId="{9A247AAA-E290-4C4D-8513-3D5B57D931AB}" type="presOf" srcId="{351F634F-5A47-496A-A730-C12DBD0A05FE}" destId="{98359065-DE75-414F-A6F4-724057599F56}" srcOrd="0" destOrd="0" presId="urn:microsoft.com/office/officeart/2005/8/layout/vList2"/>
    <dgm:cxn modelId="{8E4A1AE3-D2E4-49C8-960F-7E7C50BE132B}" type="presOf" srcId="{F8EC0E6B-1D35-42E2-A87C-35EDF34CF857}" destId="{B4EE4C12-0A4A-4981-89F0-BD71CFE6A406}" srcOrd="0" destOrd="0" presId="urn:microsoft.com/office/officeart/2005/8/layout/vList2"/>
    <dgm:cxn modelId="{05F82EE8-C26F-49EB-93B2-93A83622A283}" srcId="{351F634F-5A47-496A-A730-C12DBD0A05FE}" destId="{F8EC0E6B-1D35-42E2-A87C-35EDF34CF857}" srcOrd="1" destOrd="0" parTransId="{2F7FD9E7-F841-4E29-A28E-76FF974D4A7F}" sibTransId="{BA362F3D-0195-4C13-BDFD-B3A47C630643}"/>
    <dgm:cxn modelId="{5E9DAB93-47E0-4E11-BE9A-D04DBB150047}" type="presParOf" srcId="{98359065-DE75-414F-A6F4-724057599F56}" destId="{D3E01EED-DDD8-465C-A510-917CCDF70526}" srcOrd="0" destOrd="0" presId="urn:microsoft.com/office/officeart/2005/8/layout/vList2"/>
    <dgm:cxn modelId="{97EEFAD1-5CDB-486F-A061-DB87825906A8}" type="presParOf" srcId="{98359065-DE75-414F-A6F4-724057599F56}" destId="{195F5248-2F68-4A52-9D5D-9FFC6F566CDD}" srcOrd="1" destOrd="0" presId="urn:microsoft.com/office/officeart/2005/8/layout/vList2"/>
    <dgm:cxn modelId="{66C22940-22A9-4FA1-BCD3-53F48F99289D}" type="presParOf" srcId="{98359065-DE75-414F-A6F4-724057599F56}" destId="{B4EE4C12-0A4A-4981-89F0-BD71CFE6A40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E0B958-2FDF-4417-91A3-3147255A44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404C75-1432-46F6-BCAA-AE6D26D0AD9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UVM_RAL supports memory implementation</a:t>
          </a:r>
          <a:endParaRPr lang="en-US" dirty="0"/>
        </a:p>
      </dgm:t>
    </dgm:pt>
    <dgm:pt modelId="{E1CB26B7-85DB-43D7-8012-37D7AD686D71}" type="parTrans" cxnId="{FCF8B7FE-1EE0-4622-9D3F-01FFAB298E3F}">
      <dgm:prSet/>
      <dgm:spPr/>
      <dgm:t>
        <a:bodyPr/>
        <a:lstStyle/>
        <a:p>
          <a:endParaRPr lang="en-US"/>
        </a:p>
      </dgm:t>
    </dgm:pt>
    <dgm:pt modelId="{6CBD92DE-9E35-4080-BF1B-36DDC76BEC46}" type="sibTrans" cxnId="{FCF8B7FE-1EE0-4622-9D3F-01FFAB298E3F}">
      <dgm:prSet/>
      <dgm:spPr/>
      <dgm:t>
        <a:bodyPr/>
        <a:lstStyle/>
        <a:p>
          <a:endParaRPr lang="en-US"/>
        </a:p>
      </dgm:t>
    </dgm:pt>
    <dgm:pt modelId="{2D9E2024-690F-4A35-ACB0-387B99D932F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As uvm_reg mimics registers of DUT similarly, uvm_mem mimics the memory of DUT.</a:t>
          </a:r>
          <a:endParaRPr lang="en-US" dirty="0"/>
        </a:p>
      </dgm:t>
    </dgm:pt>
    <dgm:pt modelId="{05F44330-94F0-471E-AE39-8656A54E5A54}" type="parTrans" cxnId="{99FA95BF-CF51-419C-8306-C0C5C2A7C780}">
      <dgm:prSet/>
      <dgm:spPr/>
      <dgm:t>
        <a:bodyPr/>
        <a:lstStyle/>
        <a:p>
          <a:endParaRPr lang="en-US"/>
        </a:p>
      </dgm:t>
    </dgm:pt>
    <dgm:pt modelId="{89677627-FA17-4ECC-8A76-15F722BA5890}" type="sibTrans" cxnId="{99FA95BF-CF51-419C-8306-C0C5C2A7C780}">
      <dgm:prSet/>
      <dgm:spPr/>
      <dgm:t>
        <a:bodyPr/>
        <a:lstStyle/>
        <a:p>
          <a:endParaRPr lang="en-US"/>
        </a:p>
      </dgm:t>
    </dgm:pt>
    <dgm:pt modelId="{3D8085E8-35FC-4696-86C9-8AFF8CD2FBA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 following are the uvm_mem methods.</a:t>
          </a:r>
          <a:endParaRPr lang="en-US" dirty="0"/>
        </a:p>
      </dgm:t>
    </dgm:pt>
    <dgm:pt modelId="{07DB06D5-DDB7-4392-9B30-7D34A3523D59}" type="parTrans" cxnId="{0DB79D5D-232F-4480-9443-86E00D5EB7E9}">
      <dgm:prSet/>
      <dgm:spPr/>
      <dgm:t>
        <a:bodyPr/>
        <a:lstStyle/>
        <a:p>
          <a:endParaRPr lang="en-US"/>
        </a:p>
      </dgm:t>
    </dgm:pt>
    <dgm:pt modelId="{DC972914-CDBD-4493-A420-11D888BFA4A6}" type="sibTrans" cxnId="{0DB79D5D-232F-4480-9443-86E00D5EB7E9}">
      <dgm:prSet/>
      <dgm:spPr/>
      <dgm:t>
        <a:bodyPr/>
        <a:lstStyle/>
        <a:p>
          <a:endParaRPr lang="en-US"/>
        </a:p>
      </dgm:t>
    </dgm:pt>
    <dgm:pt modelId="{368731E7-297D-402B-913C-02207471BDC3}" type="pres">
      <dgm:prSet presAssocID="{30E0B958-2FDF-4417-91A3-3147255A4458}" presName="root" presStyleCnt="0">
        <dgm:presLayoutVars>
          <dgm:dir/>
          <dgm:resizeHandles val="exact"/>
        </dgm:presLayoutVars>
      </dgm:prSet>
      <dgm:spPr/>
    </dgm:pt>
    <dgm:pt modelId="{A0115097-4F3C-466F-9490-2B4C4DDF9088}" type="pres">
      <dgm:prSet presAssocID="{97404C75-1432-46F6-BCAA-AE6D26D0AD99}" presName="compNode" presStyleCnt="0"/>
      <dgm:spPr/>
    </dgm:pt>
    <dgm:pt modelId="{B4DB5AE4-F5C1-4661-9C5A-FBEF315C573A}" type="pres">
      <dgm:prSet presAssocID="{97404C75-1432-46F6-BCAA-AE6D26D0AD99}" presName="bgRect" presStyleLbl="bgShp" presStyleIdx="0" presStyleCnt="3"/>
      <dgm:spPr/>
    </dgm:pt>
    <dgm:pt modelId="{3F95157E-EC34-425D-9A39-9785975977DC}" type="pres">
      <dgm:prSet presAssocID="{97404C75-1432-46F6-BCAA-AE6D26D0AD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E51EB40-C34B-469C-AE11-AE909E0DA1F0}" type="pres">
      <dgm:prSet presAssocID="{97404C75-1432-46F6-BCAA-AE6D26D0AD99}" presName="spaceRect" presStyleCnt="0"/>
      <dgm:spPr/>
    </dgm:pt>
    <dgm:pt modelId="{76940174-5C6A-4666-BE70-9513461E9167}" type="pres">
      <dgm:prSet presAssocID="{97404C75-1432-46F6-BCAA-AE6D26D0AD99}" presName="parTx" presStyleLbl="revTx" presStyleIdx="0" presStyleCnt="3">
        <dgm:presLayoutVars>
          <dgm:chMax val="0"/>
          <dgm:chPref val="0"/>
        </dgm:presLayoutVars>
      </dgm:prSet>
      <dgm:spPr/>
    </dgm:pt>
    <dgm:pt modelId="{9421919B-44A1-4EF8-9879-FAAD5DA58DCF}" type="pres">
      <dgm:prSet presAssocID="{6CBD92DE-9E35-4080-BF1B-36DDC76BEC46}" presName="sibTrans" presStyleCnt="0"/>
      <dgm:spPr/>
    </dgm:pt>
    <dgm:pt modelId="{76D411B7-EBA4-4528-B1DD-7FC6AB8981D4}" type="pres">
      <dgm:prSet presAssocID="{2D9E2024-690F-4A35-ACB0-387B99D932FA}" presName="compNode" presStyleCnt="0"/>
      <dgm:spPr/>
    </dgm:pt>
    <dgm:pt modelId="{F19A952C-4945-484E-B966-D6E3C0B23FD0}" type="pres">
      <dgm:prSet presAssocID="{2D9E2024-690F-4A35-ACB0-387B99D932FA}" presName="bgRect" presStyleLbl="bgShp" presStyleIdx="1" presStyleCnt="3"/>
      <dgm:spPr/>
    </dgm:pt>
    <dgm:pt modelId="{A8E67849-6E9B-4EB4-B52A-0E1332495A8F}" type="pres">
      <dgm:prSet presAssocID="{2D9E2024-690F-4A35-ACB0-387B99D932F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4DA9054-834D-403B-A432-DA52BB99AE16}" type="pres">
      <dgm:prSet presAssocID="{2D9E2024-690F-4A35-ACB0-387B99D932FA}" presName="spaceRect" presStyleCnt="0"/>
      <dgm:spPr/>
    </dgm:pt>
    <dgm:pt modelId="{BDF9E6EA-DD81-4558-9B4D-13861F7923F6}" type="pres">
      <dgm:prSet presAssocID="{2D9E2024-690F-4A35-ACB0-387B99D932FA}" presName="parTx" presStyleLbl="revTx" presStyleIdx="1" presStyleCnt="3">
        <dgm:presLayoutVars>
          <dgm:chMax val="0"/>
          <dgm:chPref val="0"/>
        </dgm:presLayoutVars>
      </dgm:prSet>
      <dgm:spPr/>
    </dgm:pt>
    <dgm:pt modelId="{A0D06C2A-6691-467F-9623-3F129508F9F9}" type="pres">
      <dgm:prSet presAssocID="{89677627-FA17-4ECC-8A76-15F722BA5890}" presName="sibTrans" presStyleCnt="0"/>
      <dgm:spPr/>
    </dgm:pt>
    <dgm:pt modelId="{6C727B94-63C4-4CF0-9376-2B438ACFAF6A}" type="pres">
      <dgm:prSet presAssocID="{3D8085E8-35FC-4696-86C9-8AFF8CD2FBA4}" presName="compNode" presStyleCnt="0"/>
      <dgm:spPr/>
    </dgm:pt>
    <dgm:pt modelId="{B56C30E4-991E-4E86-9288-CFDF6A72FA6C}" type="pres">
      <dgm:prSet presAssocID="{3D8085E8-35FC-4696-86C9-8AFF8CD2FBA4}" presName="bgRect" presStyleLbl="bgShp" presStyleIdx="2" presStyleCnt="3"/>
      <dgm:spPr/>
    </dgm:pt>
    <dgm:pt modelId="{15974C7A-E731-46E7-8A1A-D0C8A9BA4B04}" type="pres">
      <dgm:prSet presAssocID="{3D8085E8-35FC-4696-86C9-8AFF8CD2FB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3FB32623-B917-4E27-AB0E-9EF6F63322F4}" type="pres">
      <dgm:prSet presAssocID="{3D8085E8-35FC-4696-86C9-8AFF8CD2FBA4}" presName="spaceRect" presStyleCnt="0"/>
      <dgm:spPr/>
    </dgm:pt>
    <dgm:pt modelId="{CEB891A5-F8A5-4288-8CCC-906F48CFAAA6}" type="pres">
      <dgm:prSet presAssocID="{3D8085E8-35FC-4696-86C9-8AFF8CD2FBA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1D3B40F-8818-4812-A725-3C12502EC7DE}" type="presOf" srcId="{2D9E2024-690F-4A35-ACB0-387B99D932FA}" destId="{BDF9E6EA-DD81-4558-9B4D-13861F7923F6}" srcOrd="0" destOrd="0" presId="urn:microsoft.com/office/officeart/2018/2/layout/IconVerticalSolidList"/>
    <dgm:cxn modelId="{0DB79D5D-232F-4480-9443-86E00D5EB7E9}" srcId="{30E0B958-2FDF-4417-91A3-3147255A4458}" destId="{3D8085E8-35FC-4696-86C9-8AFF8CD2FBA4}" srcOrd="2" destOrd="0" parTransId="{07DB06D5-DDB7-4392-9B30-7D34A3523D59}" sibTransId="{DC972914-CDBD-4493-A420-11D888BFA4A6}"/>
    <dgm:cxn modelId="{E0BFB541-7D3E-4A14-8732-63C56CC712F8}" type="presOf" srcId="{30E0B958-2FDF-4417-91A3-3147255A4458}" destId="{368731E7-297D-402B-913C-02207471BDC3}" srcOrd="0" destOrd="0" presId="urn:microsoft.com/office/officeart/2018/2/layout/IconVerticalSolidList"/>
    <dgm:cxn modelId="{61EC0E87-ED47-41DC-A5C6-E7FFA44F6B38}" type="presOf" srcId="{3D8085E8-35FC-4696-86C9-8AFF8CD2FBA4}" destId="{CEB891A5-F8A5-4288-8CCC-906F48CFAAA6}" srcOrd="0" destOrd="0" presId="urn:microsoft.com/office/officeart/2018/2/layout/IconVerticalSolidList"/>
    <dgm:cxn modelId="{99FA95BF-CF51-419C-8306-C0C5C2A7C780}" srcId="{30E0B958-2FDF-4417-91A3-3147255A4458}" destId="{2D9E2024-690F-4A35-ACB0-387B99D932FA}" srcOrd="1" destOrd="0" parTransId="{05F44330-94F0-471E-AE39-8656A54E5A54}" sibTransId="{89677627-FA17-4ECC-8A76-15F722BA5890}"/>
    <dgm:cxn modelId="{659EB6EE-80AC-4D80-9FAE-D4FF6ED49B02}" type="presOf" srcId="{97404C75-1432-46F6-BCAA-AE6D26D0AD99}" destId="{76940174-5C6A-4666-BE70-9513461E9167}" srcOrd="0" destOrd="0" presId="urn:microsoft.com/office/officeart/2018/2/layout/IconVerticalSolidList"/>
    <dgm:cxn modelId="{FCF8B7FE-1EE0-4622-9D3F-01FFAB298E3F}" srcId="{30E0B958-2FDF-4417-91A3-3147255A4458}" destId="{97404C75-1432-46F6-BCAA-AE6D26D0AD99}" srcOrd="0" destOrd="0" parTransId="{E1CB26B7-85DB-43D7-8012-37D7AD686D71}" sibTransId="{6CBD92DE-9E35-4080-BF1B-36DDC76BEC46}"/>
    <dgm:cxn modelId="{A1B0A78F-CEC2-4EEE-9A52-1232F52C6E4A}" type="presParOf" srcId="{368731E7-297D-402B-913C-02207471BDC3}" destId="{A0115097-4F3C-466F-9490-2B4C4DDF9088}" srcOrd="0" destOrd="0" presId="urn:microsoft.com/office/officeart/2018/2/layout/IconVerticalSolidList"/>
    <dgm:cxn modelId="{AB94D657-785D-424A-BB06-F2480A0092ED}" type="presParOf" srcId="{A0115097-4F3C-466F-9490-2B4C4DDF9088}" destId="{B4DB5AE4-F5C1-4661-9C5A-FBEF315C573A}" srcOrd="0" destOrd="0" presId="urn:microsoft.com/office/officeart/2018/2/layout/IconVerticalSolidList"/>
    <dgm:cxn modelId="{1321A76C-93EE-4B07-9B3E-4A688257C981}" type="presParOf" srcId="{A0115097-4F3C-466F-9490-2B4C4DDF9088}" destId="{3F95157E-EC34-425D-9A39-9785975977DC}" srcOrd="1" destOrd="0" presId="urn:microsoft.com/office/officeart/2018/2/layout/IconVerticalSolidList"/>
    <dgm:cxn modelId="{58E3181B-4827-4CAB-849B-6CD12F117DA8}" type="presParOf" srcId="{A0115097-4F3C-466F-9490-2B4C4DDF9088}" destId="{EE51EB40-C34B-469C-AE11-AE909E0DA1F0}" srcOrd="2" destOrd="0" presId="urn:microsoft.com/office/officeart/2018/2/layout/IconVerticalSolidList"/>
    <dgm:cxn modelId="{62B29F23-8C66-4A36-A2F4-C5A765516647}" type="presParOf" srcId="{A0115097-4F3C-466F-9490-2B4C4DDF9088}" destId="{76940174-5C6A-4666-BE70-9513461E9167}" srcOrd="3" destOrd="0" presId="urn:microsoft.com/office/officeart/2018/2/layout/IconVerticalSolidList"/>
    <dgm:cxn modelId="{B4BD3A93-53C3-4884-A1F1-36BB69686489}" type="presParOf" srcId="{368731E7-297D-402B-913C-02207471BDC3}" destId="{9421919B-44A1-4EF8-9879-FAAD5DA58DCF}" srcOrd="1" destOrd="0" presId="urn:microsoft.com/office/officeart/2018/2/layout/IconVerticalSolidList"/>
    <dgm:cxn modelId="{96FC8561-7E9A-427C-A3A0-CC31EF33FC29}" type="presParOf" srcId="{368731E7-297D-402B-913C-02207471BDC3}" destId="{76D411B7-EBA4-4528-B1DD-7FC6AB8981D4}" srcOrd="2" destOrd="0" presId="urn:microsoft.com/office/officeart/2018/2/layout/IconVerticalSolidList"/>
    <dgm:cxn modelId="{B1228852-F890-4B1A-A387-841ABC43C6A2}" type="presParOf" srcId="{76D411B7-EBA4-4528-B1DD-7FC6AB8981D4}" destId="{F19A952C-4945-484E-B966-D6E3C0B23FD0}" srcOrd="0" destOrd="0" presId="urn:microsoft.com/office/officeart/2018/2/layout/IconVerticalSolidList"/>
    <dgm:cxn modelId="{E2E686E9-6CD2-42F1-93E5-D2EF6C0B01DF}" type="presParOf" srcId="{76D411B7-EBA4-4528-B1DD-7FC6AB8981D4}" destId="{A8E67849-6E9B-4EB4-B52A-0E1332495A8F}" srcOrd="1" destOrd="0" presId="urn:microsoft.com/office/officeart/2018/2/layout/IconVerticalSolidList"/>
    <dgm:cxn modelId="{D7EEDA9E-71FE-4E12-9E1E-8F3ED40D70E6}" type="presParOf" srcId="{76D411B7-EBA4-4528-B1DD-7FC6AB8981D4}" destId="{A4DA9054-834D-403B-A432-DA52BB99AE16}" srcOrd="2" destOrd="0" presId="urn:microsoft.com/office/officeart/2018/2/layout/IconVerticalSolidList"/>
    <dgm:cxn modelId="{5195EDC6-8096-4CC7-B96D-0B0733AE7EF9}" type="presParOf" srcId="{76D411B7-EBA4-4528-B1DD-7FC6AB8981D4}" destId="{BDF9E6EA-DD81-4558-9B4D-13861F7923F6}" srcOrd="3" destOrd="0" presId="urn:microsoft.com/office/officeart/2018/2/layout/IconVerticalSolidList"/>
    <dgm:cxn modelId="{C3FE725C-4202-40BF-8F64-767FE1804080}" type="presParOf" srcId="{368731E7-297D-402B-913C-02207471BDC3}" destId="{A0D06C2A-6691-467F-9623-3F129508F9F9}" srcOrd="3" destOrd="0" presId="urn:microsoft.com/office/officeart/2018/2/layout/IconVerticalSolidList"/>
    <dgm:cxn modelId="{CF9B1A02-BF1A-4C42-9B35-3053CF63BBD2}" type="presParOf" srcId="{368731E7-297D-402B-913C-02207471BDC3}" destId="{6C727B94-63C4-4CF0-9376-2B438ACFAF6A}" srcOrd="4" destOrd="0" presId="urn:microsoft.com/office/officeart/2018/2/layout/IconVerticalSolidList"/>
    <dgm:cxn modelId="{AA674DD6-312A-4443-B665-17920048CF4D}" type="presParOf" srcId="{6C727B94-63C4-4CF0-9376-2B438ACFAF6A}" destId="{B56C30E4-991E-4E86-9288-CFDF6A72FA6C}" srcOrd="0" destOrd="0" presId="urn:microsoft.com/office/officeart/2018/2/layout/IconVerticalSolidList"/>
    <dgm:cxn modelId="{D8A27C64-31B8-4224-9299-2C1E7A249A54}" type="presParOf" srcId="{6C727B94-63C4-4CF0-9376-2B438ACFAF6A}" destId="{15974C7A-E731-46E7-8A1A-D0C8A9BA4B04}" srcOrd="1" destOrd="0" presId="urn:microsoft.com/office/officeart/2018/2/layout/IconVerticalSolidList"/>
    <dgm:cxn modelId="{27EA34E8-E387-4F87-9D9D-ECE09E021B8B}" type="presParOf" srcId="{6C727B94-63C4-4CF0-9376-2B438ACFAF6A}" destId="{3FB32623-B917-4E27-AB0E-9EF6F63322F4}" srcOrd="2" destOrd="0" presId="urn:microsoft.com/office/officeart/2018/2/layout/IconVerticalSolidList"/>
    <dgm:cxn modelId="{3C5C2491-4804-43CB-9912-3C63B3EB3423}" type="presParOf" srcId="{6C727B94-63C4-4CF0-9376-2B438ACFAF6A}" destId="{CEB891A5-F8A5-4288-8CCC-906F48CFAA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EFC575-F3C7-4FFD-B2B0-E9F5A85A81C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5F7D1D-0623-4C7F-9C0F-D1C3ACC5687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 user defined uvm reg map is abase class used to access the model via specific interface/bus.</a:t>
          </a:r>
          <a:endParaRPr lang="en-US" dirty="0"/>
        </a:p>
      </dgm:t>
    </dgm:pt>
    <dgm:pt modelId="{70DB95A0-920C-494E-B566-4E217AC923ED}" type="parTrans" cxnId="{AAFAD08D-DCAD-46B9-B944-40228DEF6C16}">
      <dgm:prSet/>
      <dgm:spPr/>
      <dgm:t>
        <a:bodyPr/>
        <a:lstStyle/>
        <a:p>
          <a:endParaRPr lang="en-US"/>
        </a:p>
      </dgm:t>
    </dgm:pt>
    <dgm:pt modelId="{A11D1DA9-96A8-4205-94A8-15FCC6D48A8F}" type="sibTrans" cxnId="{AAFAD08D-DCAD-46B9-B944-40228DEF6C16}">
      <dgm:prSet/>
      <dgm:spPr/>
      <dgm:t>
        <a:bodyPr/>
        <a:lstStyle/>
        <a:p>
          <a:endParaRPr lang="en-US"/>
        </a:p>
      </dgm:t>
    </dgm:pt>
    <dgm:pt modelId="{8E9F239E-AE2D-4658-AB08-A8CA07CF4B6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 following are the uvm reg map methods.</a:t>
          </a:r>
          <a:endParaRPr lang="en-US" dirty="0"/>
        </a:p>
      </dgm:t>
    </dgm:pt>
    <dgm:pt modelId="{AF4D1C09-6ACB-4C0B-9440-B30BA1F34F32}" type="parTrans" cxnId="{CDD087E9-5072-4F24-8024-56AB67E5749E}">
      <dgm:prSet/>
      <dgm:spPr/>
      <dgm:t>
        <a:bodyPr/>
        <a:lstStyle/>
        <a:p>
          <a:endParaRPr lang="en-US"/>
        </a:p>
      </dgm:t>
    </dgm:pt>
    <dgm:pt modelId="{61D79344-ECD4-43B4-B93F-4299AC1F7D90}" type="sibTrans" cxnId="{CDD087E9-5072-4F24-8024-56AB67E5749E}">
      <dgm:prSet/>
      <dgm:spPr/>
      <dgm:t>
        <a:bodyPr/>
        <a:lstStyle/>
        <a:p>
          <a:endParaRPr lang="en-US"/>
        </a:p>
      </dgm:t>
    </dgm:pt>
    <dgm:pt modelId="{B6210C93-AB2A-4D14-9AF3-61572F6FC35E}" type="pres">
      <dgm:prSet presAssocID="{28EFC575-F3C7-4FFD-B2B0-E9F5A85A81C6}" presName="root" presStyleCnt="0">
        <dgm:presLayoutVars>
          <dgm:dir/>
          <dgm:resizeHandles val="exact"/>
        </dgm:presLayoutVars>
      </dgm:prSet>
      <dgm:spPr/>
    </dgm:pt>
    <dgm:pt modelId="{CE71965F-011F-4626-BF7C-58CA55686013}" type="pres">
      <dgm:prSet presAssocID="{085F7D1D-0623-4C7F-9C0F-D1C3ACC56878}" presName="compNode" presStyleCnt="0"/>
      <dgm:spPr/>
    </dgm:pt>
    <dgm:pt modelId="{D0188C18-4E2C-4754-9E88-90626BC2778D}" type="pres">
      <dgm:prSet presAssocID="{085F7D1D-0623-4C7F-9C0F-D1C3ACC56878}" presName="bgRect" presStyleLbl="bgShp" presStyleIdx="0" presStyleCnt="2"/>
      <dgm:spPr/>
    </dgm:pt>
    <dgm:pt modelId="{69D0339F-47F5-40D5-92A5-A62FE9E6651A}" type="pres">
      <dgm:prSet presAssocID="{085F7D1D-0623-4C7F-9C0F-D1C3ACC5687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B1E9AF2D-5797-408D-A683-53A30105CDF8}" type="pres">
      <dgm:prSet presAssocID="{085F7D1D-0623-4C7F-9C0F-D1C3ACC56878}" presName="spaceRect" presStyleCnt="0"/>
      <dgm:spPr/>
    </dgm:pt>
    <dgm:pt modelId="{82726C2B-4B97-4737-91EE-338721CB10D9}" type="pres">
      <dgm:prSet presAssocID="{085F7D1D-0623-4C7F-9C0F-D1C3ACC56878}" presName="parTx" presStyleLbl="revTx" presStyleIdx="0" presStyleCnt="2">
        <dgm:presLayoutVars>
          <dgm:chMax val="0"/>
          <dgm:chPref val="0"/>
        </dgm:presLayoutVars>
      </dgm:prSet>
      <dgm:spPr/>
    </dgm:pt>
    <dgm:pt modelId="{93710084-A3F9-4923-86A0-A76BDD743E5B}" type="pres">
      <dgm:prSet presAssocID="{A11D1DA9-96A8-4205-94A8-15FCC6D48A8F}" presName="sibTrans" presStyleCnt="0"/>
      <dgm:spPr/>
    </dgm:pt>
    <dgm:pt modelId="{8097CFA7-8635-4BB3-90F1-BD8015F348E5}" type="pres">
      <dgm:prSet presAssocID="{8E9F239E-AE2D-4658-AB08-A8CA07CF4B6F}" presName="compNode" presStyleCnt="0"/>
      <dgm:spPr/>
    </dgm:pt>
    <dgm:pt modelId="{4AAFAD71-0214-4C93-AF76-1485DFAF6652}" type="pres">
      <dgm:prSet presAssocID="{8E9F239E-AE2D-4658-AB08-A8CA07CF4B6F}" presName="bgRect" presStyleLbl="bgShp" presStyleIdx="1" presStyleCnt="2"/>
      <dgm:spPr/>
    </dgm:pt>
    <dgm:pt modelId="{9645DDFA-8315-4F25-BDDD-1339613C99F7}" type="pres">
      <dgm:prSet presAssocID="{8E9F239E-AE2D-4658-AB08-A8CA07CF4B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42755F76-4E5D-4E07-93A9-A9A3F76FDF11}" type="pres">
      <dgm:prSet presAssocID="{8E9F239E-AE2D-4658-AB08-A8CA07CF4B6F}" presName="spaceRect" presStyleCnt="0"/>
      <dgm:spPr/>
    </dgm:pt>
    <dgm:pt modelId="{83D1DD7A-B3C0-4BD3-B994-9CD538D546E1}" type="pres">
      <dgm:prSet presAssocID="{8E9F239E-AE2D-4658-AB08-A8CA07CF4B6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CCEFC20-639A-46F0-BC98-0660F7275EAF}" type="presOf" srcId="{8E9F239E-AE2D-4658-AB08-A8CA07CF4B6F}" destId="{83D1DD7A-B3C0-4BD3-B994-9CD538D546E1}" srcOrd="0" destOrd="0" presId="urn:microsoft.com/office/officeart/2018/2/layout/IconVerticalSolidList"/>
    <dgm:cxn modelId="{64146957-CD29-4256-B5A9-48C55AA7DF02}" type="presOf" srcId="{28EFC575-F3C7-4FFD-B2B0-E9F5A85A81C6}" destId="{B6210C93-AB2A-4D14-9AF3-61572F6FC35E}" srcOrd="0" destOrd="0" presId="urn:microsoft.com/office/officeart/2018/2/layout/IconVerticalSolidList"/>
    <dgm:cxn modelId="{91D1E959-45A6-4347-B86B-05872A4BFE15}" type="presOf" srcId="{085F7D1D-0623-4C7F-9C0F-D1C3ACC56878}" destId="{82726C2B-4B97-4737-91EE-338721CB10D9}" srcOrd="0" destOrd="0" presId="urn:microsoft.com/office/officeart/2018/2/layout/IconVerticalSolidList"/>
    <dgm:cxn modelId="{AAFAD08D-DCAD-46B9-B944-40228DEF6C16}" srcId="{28EFC575-F3C7-4FFD-B2B0-E9F5A85A81C6}" destId="{085F7D1D-0623-4C7F-9C0F-D1C3ACC56878}" srcOrd="0" destOrd="0" parTransId="{70DB95A0-920C-494E-B566-4E217AC923ED}" sibTransId="{A11D1DA9-96A8-4205-94A8-15FCC6D48A8F}"/>
    <dgm:cxn modelId="{CDD087E9-5072-4F24-8024-56AB67E5749E}" srcId="{28EFC575-F3C7-4FFD-B2B0-E9F5A85A81C6}" destId="{8E9F239E-AE2D-4658-AB08-A8CA07CF4B6F}" srcOrd="1" destOrd="0" parTransId="{AF4D1C09-6ACB-4C0B-9440-B30BA1F34F32}" sibTransId="{61D79344-ECD4-43B4-B93F-4299AC1F7D90}"/>
    <dgm:cxn modelId="{44F8B600-990D-4C71-837E-3A1896C4E294}" type="presParOf" srcId="{B6210C93-AB2A-4D14-9AF3-61572F6FC35E}" destId="{CE71965F-011F-4626-BF7C-58CA55686013}" srcOrd="0" destOrd="0" presId="urn:microsoft.com/office/officeart/2018/2/layout/IconVerticalSolidList"/>
    <dgm:cxn modelId="{F63B0ECD-BE79-44CD-816C-C8D6ABCA21F6}" type="presParOf" srcId="{CE71965F-011F-4626-BF7C-58CA55686013}" destId="{D0188C18-4E2C-4754-9E88-90626BC2778D}" srcOrd="0" destOrd="0" presId="urn:microsoft.com/office/officeart/2018/2/layout/IconVerticalSolidList"/>
    <dgm:cxn modelId="{559A0BC3-F6E5-4286-836D-B753134C587B}" type="presParOf" srcId="{CE71965F-011F-4626-BF7C-58CA55686013}" destId="{69D0339F-47F5-40D5-92A5-A62FE9E6651A}" srcOrd="1" destOrd="0" presId="urn:microsoft.com/office/officeart/2018/2/layout/IconVerticalSolidList"/>
    <dgm:cxn modelId="{1EC545D0-0085-4E10-9066-B9665618C3DB}" type="presParOf" srcId="{CE71965F-011F-4626-BF7C-58CA55686013}" destId="{B1E9AF2D-5797-408D-A683-53A30105CDF8}" srcOrd="2" destOrd="0" presId="urn:microsoft.com/office/officeart/2018/2/layout/IconVerticalSolidList"/>
    <dgm:cxn modelId="{3C66211F-7969-49CE-85A1-F8278175852E}" type="presParOf" srcId="{CE71965F-011F-4626-BF7C-58CA55686013}" destId="{82726C2B-4B97-4737-91EE-338721CB10D9}" srcOrd="3" destOrd="0" presId="urn:microsoft.com/office/officeart/2018/2/layout/IconVerticalSolidList"/>
    <dgm:cxn modelId="{8307C9FE-0B71-4B5A-92E6-B770D4172CCE}" type="presParOf" srcId="{B6210C93-AB2A-4D14-9AF3-61572F6FC35E}" destId="{93710084-A3F9-4923-86A0-A76BDD743E5B}" srcOrd="1" destOrd="0" presId="urn:microsoft.com/office/officeart/2018/2/layout/IconVerticalSolidList"/>
    <dgm:cxn modelId="{5F988767-50A3-4B87-8F6D-643097690B85}" type="presParOf" srcId="{B6210C93-AB2A-4D14-9AF3-61572F6FC35E}" destId="{8097CFA7-8635-4BB3-90F1-BD8015F348E5}" srcOrd="2" destOrd="0" presId="urn:microsoft.com/office/officeart/2018/2/layout/IconVerticalSolidList"/>
    <dgm:cxn modelId="{3FB79DA1-56F5-4DEE-9E69-0BA8E4FB1C77}" type="presParOf" srcId="{8097CFA7-8635-4BB3-90F1-BD8015F348E5}" destId="{4AAFAD71-0214-4C93-AF76-1485DFAF6652}" srcOrd="0" destOrd="0" presId="urn:microsoft.com/office/officeart/2018/2/layout/IconVerticalSolidList"/>
    <dgm:cxn modelId="{C983C404-A8BA-40D7-A183-22EA18C1211E}" type="presParOf" srcId="{8097CFA7-8635-4BB3-90F1-BD8015F348E5}" destId="{9645DDFA-8315-4F25-BDDD-1339613C99F7}" srcOrd="1" destOrd="0" presId="urn:microsoft.com/office/officeart/2018/2/layout/IconVerticalSolidList"/>
    <dgm:cxn modelId="{19F118CA-9E3B-4DBD-9084-CD5D4E30EA77}" type="presParOf" srcId="{8097CFA7-8635-4BB3-90F1-BD8015F348E5}" destId="{42755F76-4E5D-4E07-93A9-A9A3F76FDF11}" srcOrd="2" destOrd="0" presId="urn:microsoft.com/office/officeart/2018/2/layout/IconVerticalSolidList"/>
    <dgm:cxn modelId="{B194A6B5-7B72-4E30-BE47-91F1AC3A7A42}" type="presParOf" srcId="{8097CFA7-8635-4BB3-90F1-BD8015F348E5}" destId="{83D1DD7A-B3C0-4BD3-B994-9CD538D546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CBBB4B-081B-4F03-9FEA-B78CAE4BA9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588F86-5161-423C-BD72-E74EA400AA2A}">
      <dgm:prSet/>
      <dgm:spPr/>
      <dgm:t>
        <a:bodyPr/>
        <a:lstStyle/>
        <a:p>
          <a:r>
            <a:rPr lang="en-GB" dirty="0"/>
            <a:t>The uvm register model methods like the write() and read() deals with the register transactions.</a:t>
          </a:r>
          <a:endParaRPr lang="en-US" dirty="0"/>
        </a:p>
      </dgm:t>
    </dgm:pt>
    <dgm:pt modelId="{06AC896E-F48B-44DC-AF9F-D2CC40BC792B}" type="parTrans" cxnId="{A108F52B-E489-4954-B386-C955948557EC}">
      <dgm:prSet/>
      <dgm:spPr/>
      <dgm:t>
        <a:bodyPr/>
        <a:lstStyle/>
        <a:p>
          <a:endParaRPr lang="en-US"/>
        </a:p>
      </dgm:t>
    </dgm:pt>
    <dgm:pt modelId="{28DF4665-3A45-43CD-B777-F9CCE83CD719}" type="sibTrans" cxnId="{A108F52B-E489-4954-B386-C955948557EC}">
      <dgm:prSet/>
      <dgm:spPr/>
      <dgm:t>
        <a:bodyPr/>
        <a:lstStyle/>
        <a:p>
          <a:endParaRPr lang="en-US"/>
        </a:p>
      </dgm:t>
    </dgm:pt>
    <dgm:pt modelId="{01CE1F3E-0E33-4226-9A00-3D13795FADCD}">
      <dgm:prSet/>
      <dgm:spPr/>
      <dgm:t>
        <a:bodyPr/>
        <a:lstStyle/>
        <a:p>
          <a:r>
            <a:rPr lang="en-GB" dirty="0"/>
            <a:t>DUT accepts or sends signal level transactions from/to the testbench by an interface.</a:t>
          </a:r>
          <a:endParaRPr lang="en-US" dirty="0"/>
        </a:p>
      </dgm:t>
    </dgm:pt>
    <dgm:pt modelId="{A9FA6D65-FA86-48A0-920B-5850C48416CB}" type="parTrans" cxnId="{518AC84A-14CA-4CAD-9366-ED3234066CA8}">
      <dgm:prSet/>
      <dgm:spPr/>
      <dgm:t>
        <a:bodyPr/>
        <a:lstStyle/>
        <a:p>
          <a:endParaRPr lang="en-US"/>
        </a:p>
      </dgm:t>
    </dgm:pt>
    <dgm:pt modelId="{93ACE4D0-1A00-4EA7-BFBA-CACCF5416B7E}" type="sibTrans" cxnId="{518AC84A-14CA-4CAD-9366-ED3234066CA8}">
      <dgm:prSet/>
      <dgm:spPr/>
      <dgm:t>
        <a:bodyPr/>
        <a:lstStyle/>
        <a:p>
          <a:endParaRPr lang="en-US"/>
        </a:p>
      </dgm:t>
    </dgm:pt>
    <dgm:pt modelId="{84AE14F0-A424-4108-BFC1-14E53D58CF74}">
      <dgm:prSet/>
      <dgm:spPr/>
      <dgm:t>
        <a:bodyPr/>
        <a:lstStyle/>
        <a:p>
          <a:r>
            <a:rPr lang="en-GB" dirty="0"/>
            <a:t>Hence there is a requirement to convert register transactions to bus transactions and vice versa.</a:t>
          </a:r>
          <a:endParaRPr lang="en-US" dirty="0"/>
        </a:p>
      </dgm:t>
    </dgm:pt>
    <dgm:pt modelId="{486BE297-3143-43E1-A1F7-6DCE0E63C840}" type="parTrans" cxnId="{648827C2-329D-4E91-8FD1-CD1E43DFBA6E}">
      <dgm:prSet/>
      <dgm:spPr/>
      <dgm:t>
        <a:bodyPr/>
        <a:lstStyle/>
        <a:p>
          <a:endParaRPr lang="en-US"/>
        </a:p>
      </dgm:t>
    </dgm:pt>
    <dgm:pt modelId="{8407DF36-FCC6-4A72-BA28-F67E20181F06}" type="sibTrans" cxnId="{648827C2-329D-4E91-8FD1-CD1E43DFBA6E}">
      <dgm:prSet/>
      <dgm:spPr/>
      <dgm:t>
        <a:bodyPr/>
        <a:lstStyle/>
        <a:p>
          <a:endParaRPr lang="en-US"/>
        </a:p>
      </dgm:t>
    </dgm:pt>
    <dgm:pt modelId="{BC5C6505-C386-4122-8671-8BFA61F23A36}">
      <dgm:prSet/>
      <dgm:spPr/>
      <dgm:t>
        <a:bodyPr/>
        <a:lstStyle/>
        <a:p>
          <a:r>
            <a:rPr lang="en-GB" dirty="0"/>
            <a:t>This is full filled by the "Register Adapter", the user defined adapter class is derived from the uvm_reg_adapter base class.</a:t>
          </a:r>
          <a:endParaRPr lang="en-US" dirty="0"/>
        </a:p>
      </dgm:t>
    </dgm:pt>
    <dgm:pt modelId="{70D9A544-8614-4D84-A100-8FCA9A4F1F16}" type="parTrans" cxnId="{768E1FAE-7E95-489E-9ADB-74576313C628}">
      <dgm:prSet/>
      <dgm:spPr/>
      <dgm:t>
        <a:bodyPr/>
        <a:lstStyle/>
        <a:p>
          <a:endParaRPr lang="en-US"/>
        </a:p>
      </dgm:t>
    </dgm:pt>
    <dgm:pt modelId="{E82113DB-8EBD-40B4-956A-C8F422284495}" type="sibTrans" cxnId="{768E1FAE-7E95-489E-9ADB-74576313C628}">
      <dgm:prSet/>
      <dgm:spPr/>
      <dgm:t>
        <a:bodyPr/>
        <a:lstStyle/>
        <a:p>
          <a:endParaRPr lang="en-US"/>
        </a:p>
      </dgm:t>
    </dgm:pt>
    <dgm:pt modelId="{C393B30E-D274-46E3-94DB-51EF5E84226E}" type="pres">
      <dgm:prSet presAssocID="{6ECBBB4B-081B-4F03-9FEA-B78CAE4BA91D}" presName="linear" presStyleCnt="0">
        <dgm:presLayoutVars>
          <dgm:animLvl val="lvl"/>
          <dgm:resizeHandles val="exact"/>
        </dgm:presLayoutVars>
      </dgm:prSet>
      <dgm:spPr/>
    </dgm:pt>
    <dgm:pt modelId="{6E061145-8D5B-4075-B46F-2A8F74880F2B}" type="pres">
      <dgm:prSet presAssocID="{B8588F86-5161-423C-BD72-E74EA400AA2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5ECF76-5199-433E-9C81-0D0DE06CD338}" type="pres">
      <dgm:prSet presAssocID="{28DF4665-3A45-43CD-B777-F9CCE83CD719}" presName="spacer" presStyleCnt="0"/>
      <dgm:spPr/>
    </dgm:pt>
    <dgm:pt modelId="{903BF169-3D2D-49F3-890D-FC359A71E0C2}" type="pres">
      <dgm:prSet presAssocID="{01CE1F3E-0E33-4226-9A00-3D13795FAD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2F7C1A-63C6-4ED4-BAC9-88B335D78807}" type="pres">
      <dgm:prSet presAssocID="{93ACE4D0-1A00-4EA7-BFBA-CACCF5416B7E}" presName="spacer" presStyleCnt="0"/>
      <dgm:spPr/>
    </dgm:pt>
    <dgm:pt modelId="{568554C8-F474-419A-9BBA-D6B4FEE32D27}" type="pres">
      <dgm:prSet presAssocID="{84AE14F0-A424-4108-BFC1-14E53D58CF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4530AFC-0A03-46C1-9B7E-DCD32960CBBA}" type="pres">
      <dgm:prSet presAssocID="{8407DF36-FCC6-4A72-BA28-F67E20181F06}" presName="spacer" presStyleCnt="0"/>
      <dgm:spPr/>
    </dgm:pt>
    <dgm:pt modelId="{5B91D5CE-6B69-4346-B7A3-8A86DFF44B65}" type="pres">
      <dgm:prSet presAssocID="{BC5C6505-C386-4122-8671-8BFA61F23A3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B4AC14-90A8-4DEF-A7A3-538DC8C34B83}" type="presOf" srcId="{6ECBBB4B-081B-4F03-9FEA-B78CAE4BA91D}" destId="{C393B30E-D274-46E3-94DB-51EF5E84226E}" srcOrd="0" destOrd="0" presId="urn:microsoft.com/office/officeart/2005/8/layout/vList2"/>
    <dgm:cxn modelId="{D0E3AD26-46B8-4C1C-A9D7-DB92872412B5}" type="presOf" srcId="{84AE14F0-A424-4108-BFC1-14E53D58CF74}" destId="{568554C8-F474-419A-9BBA-D6B4FEE32D27}" srcOrd="0" destOrd="0" presId="urn:microsoft.com/office/officeart/2005/8/layout/vList2"/>
    <dgm:cxn modelId="{A108F52B-E489-4954-B386-C955948557EC}" srcId="{6ECBBB4B-081B-4F03-9FEA-B78CAE4BA91D}" destId="{B8588F86-5161-423C-BD72-E74EA400AA2A}" srcOrd="0" destOrd="0" parTransId="{06AC896E-F48B-44DC-AF9F-D2CC40BC792B}" sibTransId="{28DF4665-3A45-43CD-B777-F9CCE83CD719}"/>
    <dgm:cxn modelId="{2122F340-1F27-45E5-B79D-C02295DBAD8D}" type="presOf" srcId="{B8588F86-5161-423C-BD72-E74EA400AA2A}" destId="{6E061145-8D5B-4075-B46F-2A8F74880F2B}" srcOrd="0" destOrd="0" presId="urn:microsoft.com/office/officeart/2005/8/layout/vList2"/>
    <dgm:cxn modelId="{518AC84A-14CA-4CAD-9366-ED3234066CA8}" srcId="{6ECBBB4B-081B-4F03-9FEA-B78CAE4BA91D}" destId="{01CE1F3E-0E33-4226-9A00-3D13795FADCD}" srcOrd="1" destOrd="0" parTransId="{A9FA6D65-FA86-48A0-920B-5850C48416CB}" sibTransId="{93ACE4D0-1A00-4EA7-BFBA-CACCF5416B7E}"/>
    <dgm:cxn modelId="{A4972950-D04D-41F3-AE7B-9A10C1B4ED76}" type="presOf" srcId="{01CE1F3E-0E33-4226-9A00-3D13795FADCD}" destId="{903BF169-3D2D-49F3-890D-FC359A71E0C2}" srcOrd="0" destOrd="0" presId="urn:microsoft.com/office/officeart/2005/8/layout/vList2"/>
    <dgm:cxn modelId="{768E1FAE-7E95-489E-9ADB-74576313C628}" srcId="{6ECBBB4B-081B-4F03-9FEA-B78CAE4BA91D}" destId="{BC5C6505-C386-4122-8671-8BFA61F23A36}" srcOrd="3" destOrd="0" parTransId="{70D9A544-8614-4D84-A100-8FCA9A4F1F16}" sibTransId="{E82113DB-8EBD-40B4-956A-C8F422284495}"/>
    <dgm:cxn modelId="{648827C2-329D-4E91-8FD1-CD1E43DFBA6E}" srcId="{6ECBBB4B-081B-4F03-9FEA-B78CAE4BA91D}" destId="{84AE14F0-A424-4108-BFC1-14E53D58CF74}" srcOrd="2" destOrd="0" parTransId="{486BE297-3143-43E1-A1F7-6DCE0E63C840}" sibTransId="{8407DF36-FCC6-4A72-BA28-F67E20181F06}"/>
    <dgm:cxn modelId="{F1B21AEF-7D7A-46CD-882E-6B26069FB75F}" type="presOf" srcId="{BC5C6505-C386-4122-8671-8BFA61F23A36}" destId="{5B91D5CE-6B69-4346-B7A3-8A86DFF44B65}" srcOrd="0" destOrd="0" presId="urn:microsoft.com/office/officeart/2005/8/layout/vList2"/>
    <dgm:cxn modelId="{985495CA-B0CD-4D44-942B-67A525317560}" type="presParOf" srcId="{C393B30E-D274-46E3-94DB-51EF5E84226E}" destId="{6E061145-8D5B-4075-B46F-2A8F74880F2B}" srcOrd="0" destOrd="0" presId="urn:microsoft.com/office/officeart/2005/8/layout/vList2"/>
    <dgm:cxn modelId="{E6A46E60-2FB6-4693-9EAE-7D0A26ED041A}" type="presParOf" srcId="{C393B30E-D274-46E3-94DB-51EF5E84226E}" destId="{3E5ECF76-5199-433E-9C81-0D0DE06CD338}" srcOrd="1" destOrd="0" presId="urn:microsoft.com/office/officeart/2005/8/layout/vList2"/>
    <dgm:cxn modelId="{9F1CF235-3BCB-4F98-8FD6-FE6B1661BFDC}" type="presParOf" srcId="{C393B30E-D274-46E3-94DB-51EF5E84226E}" destId="{903BF169-3D2D-49F3-890D-FC359A71E0C2}" srcOrd="2" destOrd="0" presId="urn:microsoft.com/office/officeart/2005/8/layout/vList2"/>
    <dgm:cxn modelId="{7C195BDA-9EFC-4C9A-BB36-5B839235E44C}" type="presParOf" srcId="{C393B30E-D274-46E3-94DB-51EF5E84226E}" destId="{732F7C1A-63C6-4ED4-BAC9-88B335D78807}" srcOrd="3" destOrd="0" presId="urn:microsoft.com/office/officeart/2005/8/layout/vList2"/>
    <dgm:cxn modelId="{94FBACC9-F586-4FAD-854A-0699423A1F28}" type="presParOf" srcId="{C393B30E-D274-46E3-94DB-51EF5E84226E}" destId="{568554C8-F474-419A-9BBA-D6B4FEE32D27}" srcOrd="4" destOrd="0" presId="urn:microsoft.com/office/officeart/2005/8/layout/vList2"/>
    <dgm:cxn modelId="{75835A15-885E-48C5-A2C1-89F7381DCADF}" type="presParOf" srcId="{C393B30E-D274-46E3-94DB-51EF5E84226E}" destId="{24530AFC-0A03-46C1-9B7E-DCD32960CBBA}" srcOrd="5" destOrd="0" presId="urn:microsoft.com/office/officeart/2005/8/layout/vList2"/>
    <dgm:cxn modelId="{982361C2-3093-4580-A0E7-981AB7FA63D3}" type="presParOf" srcId="{C393B30E-D274-46E3-94DB-51EF5E84226E}" destId="{5B91D5CE-6B69-4346-B7A3-8A86DFF44B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88CAD7-2DA6-45CF-8DFF-10E0FDC3E4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1F888C-94B1-411B-9391-6DC22884E89F}">
      <dgm:prSet/>
      <dgm:spPr/>
      <dgm:t>
        <a:bodyPr/>
        <a:lstStyle/>
        <a:p>
          <a:r>
            <a:rPr lang="en-GB" dirty="0"/>
            <a:t>Every front door access operation read() or write() method calls passes through reg2bus and bus2reg API. A user must implement these two methods.</a:t>
          </a:r>
          <a:endParaRPr lang="en-US" dirty="0"/>
        </a:p>
      </dgm:t>
    </dgm:pt>
    <dgm:pt modelId="{46A48CA3-3E80-4909-A63E-5788FC4E2820}" type="parTrans" cxnId="{3D9D8988-F316-4C60-A133-6671AABDFCCF}">
      <dgm:prSet/>
      <dgm:spPr/>
      <dgm:t>
        <a:bodyPr/>
        <a:lstStyle/>
        <a:p>
          <a:endParaRPr lang="en-US"/>
        </a:p>
      </dgm:t>
    </dgm:pt>
    <dgm:pt modelId="{27E1C438-EB9E-4C08-A4CD-5ACC8523BFA9}" type="sibTrans" cxnId="{3D9D8988-F316-4C60-A133-6671AABDFCCF}">
      <dgm:prSet/>
      <dgm:spPr/>
      <dgm:t>
        <a:bodyPr/>
        <a:lstStyle/>
        <a:p>
          <a:endParaRPr lang="en-US"/>
        </a:p>
      </dgm:t>
    </dgm:pt>
    <dgm:pt modelId="{4F68D697-E394-4BDA-9E00-C8B752AE2A70}">
      <dgm:prSet/>
      <dgm:spPr/>
      <dgm:t>
        <a:bodyPr/>
        <a:lstStyle/>
        <a:p>
          <a:r>
            <a:rPr lang="en-GB" dirty="0"/>
            <a:t>Reg2bus :- It converts register transactions to bus transactions.</a:t>
          </a:r>
          <a:endParaRPr lang="en-US" dirty="0"/>
        </a:p>
      </dgm:t>
    </dgm:pt>
    <dgm:pt modelId="{874E82C2-596F-4944-8320-5F630E62EA0F}" type="parTrans" cxnId="{3CD41199-6485-4C97-9CEA-E0C74C838147}">
      <dgm:prSet/>
      <dgm:spPr/>
      <dgm:t>
        <a:bodyPr/>
        <a:lstStyle/>
        <a:p>
          <a:endParaRPr lang="en-US"/>
        </a:p>
      </dgm:t>
    </dgm:pt>
    <dgm:pt modelId="{C6A7582A-55DC-4F31-B3A7-35D2A2D2BB13}" type="sibTrans" cxnId="{3CD41199-6485-4C97-9CEA-E0C74C838147}">
      <dgm:prSet/>
      <dgm:spPr/>
      <dgm:t>
        <a:bodyPr/>
        <a:lstStyle/>
        <a:p>
          <a:endParaRPr lang="en-US"/>
        </a:p>
      </dgm:t>
    </dgm:pt>
    <dgm:pt modelId="{13BBD542-D248-482E-8CA9-32BB37D726C7}">
      <dgm:prSet/>
      <dgm:spPr/>
      <dgm:t>
        <a:bodyPr/>
        <a:lstStyle/>
        <a:p>
          <a:r>
            <a:rPr lang="en-GB" dirty="0"/>
            <a:t>Bus2reg :- It converts bus transactions to reg transactions.</a:t>
          </a:r>
          <a:endParaRPr lang="en-US" dirty="0"/>
        </a:p>
      </dgm:t>
    </dgm:pt>
    <dgm:pt modelId="{A5891F8B-564C-40C7-B565-08F9CF4E3A25}" type="parTrans" cxnId="{49708264-C4D4-4243-8EFD-C4BBC3603ADF}">
      <dgm:prSet/>
      <dgm:spPr/>
      <dgm:t>
        <a:bodyPr/>
        <a:lstStyle/>
        <a:p>
          <a:endParaRPr lang="en-US"/>
        </a:p>
      </dgm:t>
    </dgm:pt>
    <dgm:pt modelId="{6C1B0C1E-2FB6-4B50-9B2B-045526B4F3AC}" type="sibTrans" cxnId="{49708264-C4D4-4243-8EFD-C4BBC3603ADF}">
      <dgm:prSet/>
      <dgm:spPr/>
      <dgm:t>
        <a:bodyPr/>
        <a:lstStyle/>
        <a:p>
          <a:endParaRPr lang="en-US"/>
        </a:p>
      </dgm:t>
    </dgm:pt>
    <dgm:pt modelId="{2DC1A32D-F641-4E2E-8E06-7F02426A569A}" type="pres">
      <dgm:prSet presAssocID="{6F88CAD7-2DA6-45CF-8DFF-10E0FDC3E434}" presName="linear" presStyleCnt="0">
        <dgm:presLayoutVars>
          <dgm:animLvl val="lvl"/>
          <dgm:resizeHandles val="exact"/>
        </dgm:presLayoutVars>
      </dgm:prSet>
      <dgm:spPr/>
    </dgm:pt>
    <dgm:pt modelId="{4B6F735B-9E5A-4866-A809-5481D377E538}" type="pres">
      <dgm:prSet presAssocID="{4E1F888C-94B1-411B-9391-6DC22884E8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7BA9D5A-9948-49BF-9AF3-05823D097E64}" type="pres">
      <dgm:prSet presAssocID="{27E1C438-EB9E-4C08-A4CD-5ACC8523BFA9}" presName="spacer" presStyleCnt="0"/>
      <dgm:spPr/>
    </dgm:pt>
    <dgm:pt modelId="{08A60887-E735-42E2-8C55-BFD48490578D}" type="pres">
      <dgm:prSet presAssocID="{4F68D697-E394-4BDA-9E00-C8B752AE2A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2089245-2C3C-4903-9AA9-316A6A3BAE9A}" type="pres">
      <dgm:prSet presAssocID="{C6A7582A-55DC-4F31-B3A7-35D2A2D2BB13}" presName="spacer" presStyleCnt="0"/>
      <dgm:spPr/>
    </dgm:pt>
    <dgm:pt modelId="{44C448AB-1558-4335-9A1B-D4E8FF741060}" type="pres">
      <dgm:prSet presAssocID="{13BBD542-D248-482E-8CA9-32BB37D726C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09781C-F2FC-4482-945A-4CACC0E33EA0}" type="presOf" srcId="{4E1F888C-94B1-411B-9391-6DC22884E89F}" destId="{4B6F735B-9E5A-4866-A809-5481D377E538}" srcOrd="0" destOrd="0" presId="urn:microsoft.com/office/officeart/2005/8/layout/vList2"/>
    <dgm:cxn modelId="{49708264-C4D4-4243-8EFD-C4BBC3603ADF}" srcId="{6F88CAD7-2DA6-45CF-8DFF-10E0FDC3E434}" destId="{13BBD542-D248-482E-8CA9-32BB37D726C7}" srcOrd="2" destOrd="0" parTransId="{A5891F8B-564C-40C7-B565-08F9CF4E3A25}" sibTransId="{6C1B0C1E-2FB6-4B50-9B2B-045526B4F3AC}"/>
    <dgm:cxn modelId="{3D9D8988-F316-4C60-A133-6671AABDFCCF}" srcId="{6F88CAD7-2DA6-45CF-8DFF-10E0FDC3E434}" destId="{4E1F888C-94B1-411B-9391-6DC22884E89F}" srcOrd="0" destOrd="0" parTransId="{46A48CA3-3E80-4909-A63E-5788FC4E2820}" sibTransId="{27E1C438-EB9E-4C08-A4CD-5ACC8523BFA9}"/>
    <dgm:cxn modelId="{3CD41199-6485-4C97-9CEA-E0C74C838147}" srcId="{6F88CAD7-2DA6-45CF-8DFF-10E0FDC3E434}" destId="{4F68D697-E394-4BDA-9E00-C8B752AE2A70}" srcOrd="1" destOrd="0" parTransId="{874E82C2-596F-4944-8320-5F630E62EA0F}" sibTransId="{C6A7582A-55DC-4F31-B3A7-35D2A2D2BB13}"/>
    <dgm:cxn modelId="{898ACB9F-36EA-4A53-A242-621C699E5F2B}" type="presOf" srcId="{6F88CAD7-2DA6-45CF-8DFF-10E0FDC3E434}" destId="{2DC1A32D-F641-4E2E-8E06-7F02426A569A}" srcOrd="0" destOrd="0" presId="urn:microsoft.com/office/officeart/2005/8/layout/vList2"/>
    <dgm:cxn modelId="{C4ACFCB9-D4C6-4DF3-8D78-AF921B56D763}" type="presOf" srcId="{4F68D697-E394-4BDA-9E00-C8B752AE2A70}" destId="{08A60887-E735-42E2-8C55-BFD48490578D}" srcOrd="0" destOrd="0" presId="urn:microsoft.com/office/officeart/2005/8/layout/vList2"/>
    <dgm:cxn modelId="{F67824BB-F607-4754-A0D1-02C50559C864}" type="presOf" srcId="{13BBD542-D248-482E-8CA9-32BB37D726C7}" destId="{44C448AB-1558-4335-9A1B-D4E8FF741060}" srcOrd="0" destOrd="0" presId="urn:microsoft.com/office/officeart/2005/8/layout/vList2"/>
    <dgm:cxn modelId="{9925D479-98F6-401B-B01F-EF5AC6C87657}" type="presParOf" srcId="{2DC1A32D-F641-4E2E-8E06-7F02426A569A}" destId="{4B6F735B-9E5A-4866-A809-5481D377E538}" srcOrd="0" destOrd="0" presId="urn:microsoft.com/office/officeart/2005/8/layout/vList2"/>
    <dgm:cxn modelId="{8839DAA8-0D36-4DF2-8C52-AE4D3B552673}" type="presParOf" srcId="{2DC1A32D-F641-4E2E-8E06-7F02426A569A}" destId="{87BA9D5A-9948-49BF-9AF3-05823D097E64}" srcOrd="1" destOrd="0" presId="urn:microsoft.com/office/officeart/2005/8/layout/vList2"/>
    <dgm:cxn modelId="{E2D58A71-0030-4631-8195-52130D22DC46}" type="presParOf" srcId="{2DC1A32D-F641-4E2E-8E06-7F02426A569A}" destId="{08A60887-E735-42E2-8C55-BFD48490578D}" srcOrd="2" destOrd="0" presId="urn:microsoft.com/office/officeart/2005/8/layout/vList2"/>
    <dgm:cxn modelId="{D55130D1-4FF3-41CD-BE56-2709ACEF2574}" type="presParOf" srcId="{2DC1A32D-F641-4E2E-8E06-7F02426A569A}" destId="{42089245-2C3C-4903-9AA9-316A6A3BAE9A}" srcOrd="3" destOrd="0" presId="urn:microsoft.com/office/officeart/2005/8/layout/vList2"/>
    <dgm:cxn modelId="{FAEC78A0-A119-4208-84C3-2EA844EC6301}" type="presParOf" srcId="{2DC1A32D-F641-4E2E-8E06-7F02426A569A}" destId="{44C448AB-1558-4335-9A1B-D4E8FF74106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CFBAE1D-9EF9-4697-9E95-F22DB896BD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79D721-BCFD-49F9-B8FA-FFEDC315E9F2}">
      <dgm:prSet/>
      <dgm:spPr/>
      <dgm:t>
        <a:bodyPr/>
        <a:lstStyle/>
        <a:p>
          <a:r>
            <a:rPr lang="en-GB" dirty="0"/>
            <a:t>The UVM RAL predictor is a component that updates mirror values based on transactions on a physical interface for which UVM provides the "uvm_reg_predictor" base calss.</a:t>
          </a:r>
          <a:endParaRPr lang="en-US" dirty="0"/>
        </a:p>
      </dgm:t>
    </dgm:pt>
    <dgm:pt modelId="{6C0D6DEB-6642-4CB5-AF46-F7C8A6AA8D6E}" type="parTrans" cxnId="{79810A35-ED33-40BF-AB88-64E7E2E461DB}">
      <dgm:prSet/>
      <dgm:spPr/>
      <dgm:t>
        <a:bodyPr/>
        <a:lstStyle/>
        <a:p>
          <a:endParaRPr lang="en-US"/>
        </a:p>
      </dgm:t>
    </dgm:pt>
    <dgm:pt modelId="{FC015726-66D9-4170-BF6C-EAC66B5DD2F3}" type="sibTrans" cxnId="{79810A35-ED33-40BF-AB88-64E7E2E461DB}">
      <dgm:prSet/>
      <dgm:spPr/>
      <dgm:t>
        <a:bodyPr/>
        <a:lstStyle/>
        <a:p>
          <a:endParaRPr lang="en-US"/>
        </a:p>
      </dgm:t>
    </dgm:pt>
    <dgm:pt modelId="{3C274099-D41C-4537-ACF8-8796ED3B925B}">
      <dgm:prSet/>
      <dgm:spPr/>
      <dgm:t>
        <a:bodyPr/>
        <a:lstStyle/>
        <a:p>
          <a:r>
            <a:rPr lang="en-GB" dirty="0"/>
            <a:t>In front door access, UVM RAL provides three models for the predictor as</a:t>
          </a:r>
          <a:endParaRPr lang="en-US" dirty="0"/>
        </a:p>
      </dgm:t>
    </dgm:pt>
    <dgm:pt modelId="{79327FE4-3E69-4D2C-97BA-5313F7DC77C4}" type="parTrans" cxnId="{BF3AD9C6-424C-4839-8020-A086989AB9DF}">
      <dgm:prSet/>
      <dgm:spPr/>
      <dgm:t>
        <a:bodyPr/>
        <a:lstStyle/>
        <a:p>
          <a:endParaRPr lang="en-US"/>
        </a:p>
      </dgm:t>
    </dgm:pt>
    <dgm:pt modelId="{02F2AC27-E13B-4889-AD78-43FF0A81DA55}" type="sibTrans" cxnId="{BF3AD9C6-424C-4839-8020-A086989AB9DF}">
      <dgm:prSet/>
      <dgm:spPr/>
      <dgm:t>
        <a:bodyPr/>
        <a:lstStyle/>
        <a:p>
          <a:endParaRPr lang="en-US"/>
        </a:p>
      </dgm:t>
    </dgm:pt>
    <dgm:pt modelId="{1076EB40-928F-4452-BB2D-785193803097}">
      <dgm:prSet/>
      <dgm:spPr/>
      <dgm:t>
        <a:bodyPr/>
        <a:lstStyle/>
        <a:p>
          <a:r>
            <a:rPr lang="en-GB" dirty="0"/>
            <a:t>Implicit(auto)Prediction.</a:t>
          </a:r>
          <a:endParaRPr lang="en-US" dirty="0"/>
        </a:p>
      </dgm:t>
    </dgm:pt>
    <dgm:pt modelId="{1D44D485-5FD3-4FA0-A979-D9D6B9173617}" type="parTrans" cxnId="{1DE6794C-B068-4FEB-AFA6-B4A291609477}">
      <dgm:prSet/>
      <dgm:spPr/>
      <dgm:t>
        <a:bodyPr/>
        <a:lstStyle/>
        <a:p>
          <a:endParaRPr lang="en-US"/>
        </a:p>
      </dgm:t>
    </dgm:pt>
    <dgm:pt modelId="{C91333F7-7807-4A8C-801A-B394584276B6}" type="sibTrans" cxnId="{1DE6794C-B068-4FEB-AFA6-B4A291609477}">
      <dgm:prSet/>
      <dgm:spPr/>
      <dgm:t>
        <a:bodyPr/>
        <a:lstStyle/>
        <a:p>
          <a:endParaRPr lang="en-US"/>
        </a:p>
      </dgm:t>
    </dgm:pt>
    <dgm:pt modelId="{E8F57B91-EAF2-4E93-AA08-7F533ECA9F5D}">
      <dgm:prSet/>
      <dgm:spPr/>
      <dgm:t>
        <a:bodyPr/>
        <a:lstStyle/>
        <a:p>
          <a:r>
            <a:rPr lang="en-GB" dirty="0"/>
            <a:t>Explicit Prediction.</a:t>
          </a:r>
          <a:endParaRPr lang="en-US" dirty="0"/>
        </a:p>
      </dgm:t>
    </dgm:pt>
    <dgm:pt modelId="{B3D586B7-1E25-49C8-8F43-2E4B6679051C}" type="parTrans" cxnId="{B5AAAF5F-9287-44F5-B617-2A713DC4FE49}">
      <dgm:prSet/>
      <dgm:spPr/>
      <dgm:t>
        <a:bodyPr/>
        <a:lstStyle/>
        <a:p>
          <a:endParaRPr lang="en-US"/>
        </a:p>
      </dgm:t>
    </dgm:pt>
    <dgm:pt modelId="{A40E807E-BC78-4CD2-AED8-AB1F714B1866}" type="sibTrans" cxnId="{B5AAAF5F-9287-44F5-B617-2A713DC4FE49}">
      <dgm:prSet/>
      <dgm:spPr/>
      <dgm:t>
        <a:bodyPr/>
        <a:lstStyle/>
        <a:p>
          <a:endParaRPr lang="en-US"/>
        </a:p>
      </dgm:t>
    </dgm:pt>
    <dgm:pt modelId="{BF97F291-026F-4C2D-B0BD-680FF2A9FBFE}">
      <dgm:prSet/>
      <dgm:spPr/>
      <dgm:t>
        <a:bodyPr/>
        <a:lstStyle/>
        <a:p>
          <a:r>
            <a:rPr lang="en-GB" dirty="0"/>
            <a:t>Passive Prediction.</a:t>
          </a:r>
          <a:endParaRPr lang="en-US" dirty="0"/>
        </a:p>
      </dgm:t>
    </dgm:pt>
    <dgm:pt modelId="{D325B45C-BED1-4915-9FC1-E23555D585E5}" type="parTrans" cxnId="{4C750CF4-00DC-4CDE-8DF9-B08F4E834E43}">
      <dgm:prSet/>
      <dgm:spPr/>
      <dgm:t>
        <a:bodyPr/>
        <a:lstStyle/>
        <a:p>
          <a:endParaRPr lang="en-US"/>
        </a:p>
      </dgm:t>
    </dgm:pt>
    <dgm:pt modelId="{BE714FC5-CBB7-4219-B5FC-E8E98C45581B}" type="sibTrans" cxnId="{4C750CF4-00DC-4CDE-8DF9-B08F4E834E43}">
      <dgm:prSet/>
      <dgm:spPr/>
      <dgm:t>
        <a:bodyPr/>
        <a:lstStyle/>
        <a:p>
          <a:endParaRPr lang="en-US"/>
        </a:p>
      </dgm:t>
    </dgm:pt>
    <dgm:pt modelId="{068C7C34-9B68-41BA-A7F9-4A5FA080D26B}" type="pres">
      <dgm:prSet presAssocID="{4CFBAE1D-9EF9-4697-9E95-F22DB896BDBD}" presName="linear" presStyleCnt="0">
        <dgm:presLayoutVars>
          <dgm:animLvl val="lvl"/>
          <dgm:resizeHandles val="exact"/>
        </dgm:presLayoutVars>
      </dgm:prSet>
      <dgm:spPr/>
    </dgm:pt>
    <dgm:pt modelId="{1E4802AF-031C-490F-B5ED-2C2AD8EA34FC}" type="pres">
      <dgm:prSet presAssocID="{8079D721-BCFD-49F9-B8FA-FFEDC315E9F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E158990-5753-43A3-9480-50939DF01EB1}" type="pres">
      <dgm:prSet presAssocID="{FC015726-66D9-4170-BF6C-EAC66B5DD2F3}" presName="spacer" presStyleCnt="0"/>
      <dgm:spPr/>
    </dgm:pt>
    <dgm:pt modelId="{AB0A3B93-4F01-49A2-87A8-BC23C6AD633B}" type="pres">
      <dgm:prSet presAssocID="{3C274099-D41C-4537-ACF8-8796ED3B92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E0EFAE2-FDBD-443F-B867-9457AD16B358}" type="pres">
      <dgm:prSet presAssocID="{02F2AC27-E13B-4889-AD78-43FF0A81DA55}" presName="spacer" presStyleCnt="0"/>
      <dgm:spPr/>
    </dgm:pt>
    <dgm:pt modelId="{AFCC4B41-7A2D-4533-AD58-426A25E3EFC8}" type="pres">
      <dgm:prSet presAssocID="{1076EB40-928F-4452-BB2D-78519380309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A83AE04-29B7-450C-894F-08F2E365F818}" type="pres">
      <dgm:prSet presAssocID="{C91333F7-7807-4A8C-801A-B394584276B6}" presName="spacer" presStyleCnt="0"/>
      <dgm:spPr/>
    </dgm:pt>
    <dgm:pt modelId="{15549D86-64EF-4007-84C3-40F566A11CD0}" type="pres">
      <dgm:prSet presAssocID="{E8F57B91-EAF2-4E93-AA08-7F533ECA9F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E25C11-8435-41AB-A2D8-3D77A8B9A551}" type="pres">
      <dgm:prSet presAssocID="{A40E807E-BC78-4CD2-AED8-AB1F714B1866}" presName="spacer" presStyleCnt="0"/>
      <dgm:spPr/>
    </dgm:pt>
    <dgm:pt modelId="{88FFB740-0880-4251-ABD8-7B425A8B81BB}" type="pres">
      <dgm:prSet presAssocID="{BF97F291-026F-4C2D-B0BD-680FF2A9FBF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7C1B920-74D0-43B8-9830-709DA290CC72}" type="presOf" srcId="{4CFBAE1D-9EF9-4697-9E95-F22DB896BDBD}" destId="{068C7C34-9B68-41BA-A7F9-4A5FA080D26B}" srcOrd="0" destOrd="0" presId="urn:microsoft.com/office/officeart/2005/8/layout/vList2"/>
    <dgm:cxn modelId="{63E2A928-EDF3-4126-9715-F98324831785}" type="presOf" srcId="{3C274099-D41C-4537-ACF8-8796ED3B925B}" destId="{AB0A3B93-4F01-49A2-87A8-BC23C6AD633B}" srcOrd="0" destOrd="0" presId="urn:microsoft.com/office/officeart/2005/8/layout/vList2"/>
    <dgm:cxn modelId="{79810A35-ED33-40BF-AB88-64E7E2E461DB}" srcId="{4CFBAE1D-9EF9-4697-9E95-F22DB896BDBD}" destId="{8079D721-BCFD-49F9-B8FA-FFEDC315E9F2}" srcOrd="0" destOrd="0" parTransId="{6C0D6DEB-6642-4CB5-AF46-F7C8A6AA8D6E}" sibTransId="{FC015726-66D9-4170-BF6C-EAC66B5DD2F3}"/>
    <dgm:cxn modelId="{17C39735-0560-444D-ADA4-6925C6659D9E}" type="presOf" srcId="{8079D721-BCFD-49F9-B8FA-FFEDC315E9F2}" destId="{1E4802AF-031C-490F-B5ED-2C2AD8EA34FC}" srcOrd="0" destOrd="0" presId="urn:microsoft.com/office/officeart/2005/8/layout/vList2"/>
    <dgm:cxn modelId="{B5AAAF5F-9287-44F5-B617-2A713DC4FE49}" srcId="{4CFBAE1D-9EF9-4697-9E95-F22DB896BDBD}" destId="{E8F57B91-EAF2-4E93-AA08-7F533ECA9F5D}" srcOrd="3" destOrd="0" parTransId="{B3D586B7-1E25-49C8-8F43-2E4B6679051C}" sibTransId="{A40E807E-BC78-4CD2-AED8-AB1F714B1866}"/>
    <dgm:cxn modelId="{5ECF4C66-1269-47CB-B013-1709F3AD1B62}" type="presOf" srcId="{BF97F291-026F-4C2D-B0BD-680FF2A9FBFE}" destId="{88FFB740-0880-4251-ABD8-7B425A8B81BB}" srcOrd="0" destOrd="0" presId="urn:microsoft.com/office/officeart/2005/8/layout/vList2"/>
    <dgm:cxn modelId="{1DE6794C-B068-4FEB-AFA6-B4A291609477}" srcId="{4CFBAE1D-9EF9-4697-9E95-F22DB896BDBD}" destId="{1076EB40-928F-4452-BB2D-785193803097}" srcOrd="2" destOrd="0" parTransId="{1D44D485-5FD3-4FA0-A979-D9D6B9173617}" sibTransId="{C91333F7-7807-4A8C-801A-B394584276B6}"/>
    <dgm:cxn modelId="{D02CD091-71EA-4FD2-9DF4-377DCB3BE8ED}" type="presOf" srcId="{1076EB40-928F-4452-BB2D-785193803097}" destId="{AFCC4B41-7A2D-4533-AD58-426A25E3EFC8}" srcOrd="0" destOrd="0" presId="urn:microsoft.com/office/officeart/2005/8/layout/vList2"/>
    <dgm:cxn modelId="{F4526F97-4765-4941-8888-76F9D39D629F}" type="presOf" srcId="{E8F57B91-EAF2-4E93-AA08-7F533ECA9F5D}" destId="{15549D86-64EF-4007-84C3-40F566A11CD0}" srcOrd="0" destOrd="0" presId="urn:microsoft.com/office/officeart/2005/8/layout/vList2"/>
    <dgm:cxn modelId="{BF3AD9C6-424C-4839-8020-A086989AB9DF}" srcId="{4CFBAE1D-9EF9-4697-9E95-F22DB896BDBD}" destId="{3C274099-D41C-4537-ACF8-8796ED3B925B}" srcOrd="1" destOrd="0" parTransId="{79327FE4-3E69-4D2C-97BA-5313F7DC77C4}" sibTransId="{02F2AC27-E13B-4889-AD78-43FF0A81DA55}"/>
    <dgm:cxn modelId="{4C750CF4-00DC-4CDE-8DF9-B08F4E834E43}" srcId="{4CFBAE1D-9EF9-4697-9E95-F22DB896BDBD}" destId="{BF97F291-026F-4C2D-B0BD-680FF2A9FBFE}" srcOrd="4" destOrd="0" parTransId="{D325B45C-BED1-4915-9FC1-E23555D585E5}" sibTransId="{BE714FC5-CBB7-4219-B5FC-E8E98C45581B}"/>
    <dgm:cxn modelId="{90CD26CE-A46A-4D9A-85B4-C9735262D2F1}" type="presParOf" srcId="{068C7C34-9B68-41BA-A7F9-4A5FA080D26B}" destId="{1E4802AF-031C-490F-B5ED-2C2AD8EA34FC}" srcOrd="0" destOrd="0" presId="urn:microsoft.com/office/officeart/2005/8/layout/vList2"/>
    <dgm:cxn modelId="{D34B4F54-2AB5-4E70-8BF8-D5BE52706855}" type="presParOf" srcId="{068C7C34-9B68-41BA-A7F9-4A5FA080D26B}" destId="{FE158990-5753-43A3-9480-50939DF01EB1}" srcOrd="1" destOrd="0" presId="urn:microsoft.com/office/officeart/2005/8/layout/vList2"/>
    <dgm:cxn modelId="{5C79CB20-1310-43F8-9EA2-751BB9A0E97A}" type="presParOf" srcId="{068C7C34-9B68-41BA-A7F9-4A5FA080D26B}" destId="{AB0A3B93-4F01-49A2-87A8-BC23C6AD633B}" srcOrd="2" destOrd="0" presId="urn:microsoft.com/office/officeart/2005/8/layout/vList2"/>
    <dgm:cxn modelId="{ECD35383-5271-4914-88A6-907EB63722FF}" type="presParOf" srcId="{068C7C34-9B68-41BA-A7F9-4A5FA080D26B}" destId="{1E0EFAE2-FDBD-443F-B867-9457AD16B358}" srcOrd="3" destOrd="0" presId="urn:microsoft.com/office/officeart/2005/8/layout/vList2"/>
    <dgm:cxn modelId="{CC7D686F-34F6-471F-8861-D0871D8AAE12}" type="presParOf" srcId="{068C7C34-9B68-41BA-A7F9-4A5FA080D26B}" destId="{AFCC4B41-7A2D-4533-AD58-426A25E3EFC8}" srcOrd="4" destOrd="0" presId="urn:microsoft.com/office/officeart/2005/8/layout/vList2"/>
    <dgm:cxn modelId="{54FEA5B2-7039-4C4A-AE52-FE9E7E53A3E9}" type="presParOf" srcId="{068C7C34-9B68-41BA-A7F9-4A5FA080D26B}" destId="{EA83AE04-29B7-450C-894F-08F2E365F818}" srcOrd="5" destOrd="0" presId="urn:microsoft.com/office/officeart/2005/8/layout/vList2"/>
    <dgm:cxn modelId="{F7E242B4-B7D4-48D9-8C8B-95D37B0218B1}" type="presParOf" srcId="{068C7C34-9B68-41BA-A7F9-4A5FA080D26B}" destId="{15549D86-64EF-4007-84C3-40F566A11CD0}" srcOrd="6" destOrd="0" presId="urn:microsoft.com/office/officeart/2005/8/layout/vList2"/>
    <dgm:cxn modelId="{7715C5CB-8CAC-4D89-8725-3C22D7C55A9F}" type="presParOf" srcId="{068C7C34-9B68-41BA-A7F9-4A5FA080D26B}" destId="{47E25C11-8435-41AB-A2D8-3D77A8B9A551}" srcOrd="7" destOrd="0" presId="urn:microsoft.com/office/officeart/2005/8/layout/vList2"/>
    <dgm:cxn modelId="{2147B0C5-6CFD-40AA-AEB3-D4C38A5AED05}" type="presParOf" srcId="{068C7C34-9B68-41BA-A7F9-4A5FA080D26B}" destId="{88FFB740-0880-4251-ABD8-7B425A8B81B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54C8588-51A5-420F-96EF-734F3DED63B2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3A4133-E8B6-48E7-A71D-D9C1F55033BD}">
      <dgm:prSet/>
      <dgm:spPr/>
      <dgm:t>
        <a:bodyPr/>
        <a:lstStyle/>
        <a:p>
          <a:r>
            <a:rPr lang="en-US" dirty="0"/>
            <a:t>Auto</a:t>
          </a:r>
        </a:p>
      </dgm:t>
    </dgm:pt>
    <dgm:pt modelId="{114B1F11-DF5A-4EC8-9256-3E17CC38F27B}" type="parTrans" cxnId="{13EF4FEB-DA85-4546-A517-53E4AF87A66B}">
      <dgm:prSet/>
      <dgm:spPr/>
      <dgm:t>
        <a:bodyPr/>
        <a:lstStyle/>
        <a:p>
          <a:endParaRPr lang="en-US"/>
        </a:p>
      </dgm:t>
    </dgm:pt>
    <dgm:pt modelId="{1C091033-EE46-4F0E-8365-6ABC2D8199BA}" type="sibTrans" cxnId="{13EF4FEB-DA85-4546-A517-53E4AF87A66B}">
      <dgm:prSet/>
      <dgm:spPr/>
      <dgm:t>
        <a:bodyPr/>
        <a:lstStyle/>
        <a:p>
          <a:endParaRPr lang="en-US"/>
        </a:p>
      </dgm:t>
    </dgm:pt>
    <dgm:pt modelId="{8097DFC4-0353-44AA-BAFB-4A21605B4869}">
      <dgm:prSet/>
      <dgm:spPr/>
      <dgm:t>
        <a:bodyPr/>
        <a:lstStyle/>
        <a:p>
          <a:r>
            <a:rPr lang="en-US" dirty="0"/>
            <a:t>In auto prediction, front door access methods automatically call a predict() method for any transaction happening over a bus i.e. reading data from a register or writing data to the register at the end of the clock cycle.</a:t>
          </a:r>
        </a:p>
      </dgm:t>
    </dgm:pt>
    <dgm:pt modelId="{AD1955B3-724D-48CD-BEAF-F268844436EA}" type="parTrans" cxnId="{65DE9429-6DD0-40B1-92CB-BC8F49CF3360}">
      <dgm:prSet/>
      <dgm:spPr/>
      <dgm:t>
        <a:bodyPr/>
        <a:lstStyle/>
        <a:p>
          <a:endParaRPr lang="en-US"/>
        </a:p>
      </dgm:t>
    </dgm:pt>
    <dgm:pt modelId="{9453C5EE-71C6-4950-90F9-ABE6659E530E}" type="sibTrans" cxnId="{65DE9429-6DD0-40B1-92CB-BC8F49CF3360}">
      <dgm:prSet/>
      <dgm:spPr/>
      <dgm:t>
        <a:bodyPr/>
        <a:lstStyle/>
        <a:p>
          <a:endParaRPr lang="en-US"/>
        </a:p>
      </dgm:t>
    </dgm:pt>
    <dgm:pt modelId="{D64C35A0-21F1-4C73-AEDC-88E5470E512A}">
      <dgm:prSet/>
      <dgm:spPr/>
      <dgm:t>
        <a:bodyPr/>
        <a:lstStyle/>
        <a:p>
          <a:r>
            <a:rPr lang="en-US" dirty="0"/>
            <a:t>Auto</a:t>
          </a:r>
        </a:p>
      </dgm:t>
    </dgm:pt>
    <dgm:pt modelId="{C113C422-64BD-4B26-BE6A-59CC9AF00882}" type="parTrans" cxnId="{00180E2A-7CF0-45E1-A8EC-C705B941D74B}">
      <dgm:prSet/>
      <dgm:spPr/>
      <dgm:t>
        <a:bodyPr/>
        <a:lstStyle/>
        <a:p>
          <a:endParaRPr lang="en-US"/>
        </a:p>
      </dgm:t>
    </dgm:pt>
    <dgm:pt modelId="{04FF722D-0C2D-4AEE-A7AC-A056A0B0D80A}" type="sibTrans" cxnId="{00180E2A-7CF0-45E1-A8EC-C705B941D74B}">
      <dgm:prSet/>
      <dgm:spPr/>
      <dgm:t>
        <a:bodyPr/>
        <a:lstStyle/>
        <a:p>
          <a:endParaRPr lang="en-US"/>
        </a:p>
      </dgm:t>
    </dgm:pt>
    <dgm:pt modelId="{D88C50CF-4A99-4D98-8F1E-579D9DDB2195}">
      <dgm:prSet/>
      <dgm:spPr/>
      <dgm:t>
        <a:bodyPr/>
        <a:lstStyle/>
        <a:p>
          <a:r>
            <a:rPr lang="en-US" dirty="0"/>
            <a:t>To enable auto prediction : call set_auto_predict() method. The RAL model fails to update if method returns UVM_NOT_OK status.</a:t>
          </a:r>
        </a:p>
      </dgm:t>
    </dgm:pt>
    <dgm:pt modelId="{DD0895C4-AC8C-406F-BA45-BF2BE4ADF9E1}" type="parTrans" cxnId="{3D78D70D-ED02-4F08-A4B2-530185DE1750}">
      <dgm:prSet/>
      <dgm:spPr/>
      <dgm:t>
        <a:bodyPr/>
        <a:lstStyle/>
        <a:p>
          <a:endParaRPr lang="en-US"/>
        </a:p>
      </dgm:t>
    </dgm:pt>
    <dgm:pt modelId="{F90443A1-862E-40C0-91FC-37DCCA4D1A02}" type="sibTrans" cxnId="{3D78D70D-ED02-4F08-A4B2-530185DE1750}">
      <dgm:prSet/>
      <dgm:spPr/>
      <dgm:t>
        <a:bodyPr/>
        <a:lstStyle/>
        <a:p>
          <a:endParaRPr lang="en-US"/>
        </a:p>
      </dgm:t>
    </dgm:pt>
    <dgm:pt modelId="{E7CF617C-2D4F-4989-89F0-0913BB7528CB}">
      <dgm:prSet/>
      <dgm:spPr/>
      <dgm:t>
        <a:bodyPr/>
        <a:lstStyle/>
        <a:p>
          <a:r>
            <a:rPr lang="en-US" dirty="0"/>
            <a:t>Advantage</a:t>
          </a:r>
        </a:p>
      </dgm:t>
    </dgm:pt>
    <dgm:pt modelId="{89D0C529-29C7-43B1-A9AD-05E9400A4EB2}" type="parTrans" cxnId="{601724B7-9FA2-4E81-847B-CF966612A5FB}">
      <dgm:prSet/>
      <dgm:spPr/>
      <dgm:t>
        <a:bodyPr/>
        <a:lstStyle/>
        <a:p>
          <a:endParaRPr lang="en-US"/>
        </a:p>
      </dgm:t>
    </dgm:pt>
    <dgm:pt modelId="{626E0495-48DC-47F5-933E-57C304DABB7D}" type="sibTrans" cxnId="{601724B7-9FA2-4E81-847B-CF966612A5FB}">
      <dgm:prSet/>
      <dgm:spPr/>
      <dgm:t>
        <a:bodyPr/>
        <a:lstStyle/>
        <a:p>
          <a:endParaRPr lang="en-US"/>
        </a:p>
      </dgm:t>
    </dgm:pt>
    <dgm:pt modelId="{D2E9F594-D3D2-4583-86C0-A7485453FB39}">
      <dgm:prSet/>
      <dgm:spPr/>
      <dgm:t>
        <a:bodyPr/>
        <a:lstStyle/>
        <a:p>
          <a:r>
            <a:rPr lang="en-US" dirty="0"/>
            <a:t>Advantage :- Simple Implementation.</a:t>
          </a:r>
        </a:p>
      </dgm:t>
    </dgm:pt>
    <dgm:pt modelId="{9D8F1347-44C5-44BD-86FC-0484BB5BCE6C}" type="parTrans" cxnId="{E5A1FA26-41BF-4835-9F1F-CC743F7C3C1C}">
      <dgm:prSet/>
      <dgm:spPr/>
      <dgm:t>
        <a:bodyPr/>
        <a:lstStyle/>
        <a:p>
          <a:endParaRPr lang="en-US"/>
        </a:p>
      </dgm:t>
    </dgm:pt>
    <dgm:pt modelId="{E3B98574-862E-495E-B9FC-4F72F145EF24}" type="sibTrans" cxnId="{E5A1FA26-41BF-4835-9F1F-CC743F7C3C1C}">
      <dgm:prSet/>
      <dgm:spPr/>
      <dgm:t>
        <a:bodyPr/>
        <a:lstStyle/>
        <a:p>
          <a:endParaRPr lang="en-US"/>
        </a:p>
      </dgm:t>
    </dgm:pt>
    <dgm:pt modelId="{07758829-2E72-4869-AFB0-D3103596B66E}">
      <dgm:prSet/>
      <dgm:spPr/>
      <dgm:t>
        <a:bodyPr/>
        <a:lstStyle/>
        <a:p>
          <a:r>
            <a:rPr lang="en-US" dirty="0"/>
            <a:t>Disadvantage</a:t>
          </a:r>
        </a:p>
      </dgm:t>
    </dgm:pt>
    <dgm:pt modelId="{FAC836B8-061C-492D-B5DF-D568FAA10C1F}" type="parTrans" cxnId="{3A664545-ACD4-4BBA-AA0C-54DDAA4E7C24}">
      <dgm:prSet/>
      <dgm:spPr/>
      <dgm:t>
        <a:bodyPr/>
        <a:lstStyle/>
        <a:p>
          <a:endParaRPr lang="en-US"/>
        </a:p>
      </dgm:t>
    </dgm:pt>
    <dgm:pt modelId="{1B769A87-2CE2-49BA-9944-5DBC77A1FB39}" type="sibTrans" cxnId="{3A664545-ACD4-4BBA-AA0C-54DDAA4E7C24}">
      <dgm:prSet/>
      <dgm:spPr/>
      <dgm:t>
        <a:bodyPr/>
        <a:lstStyle/>
        <a:p>
          <a:endParaRPr lang="en-US"/>
        </a:p>
      </dgm:t>
    </dgm:pt>
    <dgm:pt modelId="{094C2AEF-C3E6-4C40-8F06-A0CA12252629}">
      <dgm:prSet/>
      <dgm:spPr/>
      <dgm:t>
        <a:bodyPr/>
        <a:lstStyle/>
        <a:p>
          <a:r>
            <a:rPr lang="en-US" dirty="0"/>
            <a:t>Disadvantage :- It can't update the register model if register sequences are written to access DUT registers.</a:t>
          </a:r>
        </a:p>
      </dgm:t>
    </dgm:pt>
    <dgm:pt modelId="{C5007216-5524-4288-AFDC-B80F23BE6D0F}" type="parTrans" cxnId="{1C0978A3-FF47-489B-862F-A907A60AE7D1}">
      <dgm:prSet/>
      <dgm:spPr/>
      <dgm:t>
        <a:bodyPr/>
        <a:lstStyle/>
        <a:p>
          <a:endParaRPr lang="en-US"/>
        </a:p>
      </dgm:t>
    </dgm:pt>
    <dgm:pt modelId="{11F0323A-C2DC-4E42-B9B4-77F4C00AFED7}" type="sibTrans" cxnId="{1C0978A3-FF47-489B-862F-A907A60AE7D1}">
      <dgm:prSet/>
      <dgm:spPr/>
      <dgm:t>
        <a:bodyPr/>
        <a:lstStyle/>
        <a:p>
          <a:endParaRPr lang="en-US"/>
        </a:p>
      </dgm:t>
    </dgm:pt>
    <dgm:pt modelId="{64CCA46F-0E7C-4C81-B092-18B8C794506B}" type="pres">
      <dgm:prSet presAssocID="{A54C8588-51A5-420F-96EF-734F3DED63B2}" presName="Name0" presStyleCnt="0">
        <dgm:presLayoutVars>
          <dgm:dir/>
          <dgm:animLvl val="lvl"/>
          <dgm:resizeHandles val="exact"/>
        </dgm:presLayoutVars>
      </dgm:prSet>
      <dgm:spPr/>
    </dgm:pt>
    <dgm:pt modelId="{7DA9F99F-EEDB-45E4-A05F-009CB3F347A6}" type="pres">
      <dgm:prSet presAssocID="{BD3A4133-E8B6-48E7-A71D-D9C1F55033BD}" presName="linNode" presStyleCnt="0"/>
      <dgm:spPr/>
    </dgm:pt>
    <dgm:pt modelId="{20FE754C-BD7C-4D76-8D13-1ADCAD59D37B}" type="pres">
      <dgm:prSet presAssocID="{BD3A4133-E8B6-48E7-A71D-D9C1F55033BD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7559DCA-47FB-4C1D-B849-556BAC800920}" type="pres">
      <dgm:prSet presAssocID="{BD3A4133-E8B6-48E7-A71D-D9C1F55033BD}" presName="descendantText" presStyleLbl="alignAccFollowNode1" presStyleIdx="0" presStyleCnt="4">
        <dgm:presLayoutVars>
          <dgm:bulletEnabled/>
        </dgm:presLayoutVars>
      </dgm:prSet>
      <dgm:spPr/>
    </dgm:pt>
    <dgm:pt modelId="{561CAB02-C7FB-4D06-A099-FAB6DB845F7E}" type="pres">
      <dgm:prSet presAssocID="{1C091033-EE46-4F0E-8365-6ABC2D8199BA}" presName="sp" presStyleCnt="0"/>
      <dgm:spPr/>
    </dgm:pt>
    <dgm:pt modelId="{22DE2407-AE50-4284-B3C7-EC74FADA5E24}" type="pres">
      <dgm:prSet presAssocID="{D64C35A0-21F1-4C73-AEDC-88E5470E512A}" presName="linNode" presStyleCnt="0"/>
      <dgm:spPr/>
    </dgm:pt>
    <dgm:pt modelId="{1CCFC5EF-9B63-480D-B8F8-73E61F6DE269}" type="pres">
      <dgm:prSet presAssocID="{D64C35A0-21F1-4C73-AEDC-88E5470E512A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5849EC6C-37DB-4C8C-A358-31249B823FD7}" type="pres">
      <dgm:prSet presAssocID="{D64C35A0-21F1-4C73-AEDC-88E5470E512A}" presName="descendantText" presStyleLbl="alignAccFollowNode1" presStyleIdx="1" presStyleCnt="4">
        <dgm:presLayoutVars>
          <dgm:bulletEnabled/>
        </dgm:presLayoutVars>
      </dgm:prSet>
      <dgm:spPr/>
    </dgm:pt>
    <dgm:pt modelId="{67D34E26-4688-417F-A7E2-DC6FF70D767D}" type="pres">
      <dgm:prSet presAssocID="{04FF722D-0C2D-4AEE-A7AC-A056A0B0D80A}" presName="sp" presStyleCnt="0"/>
      <dgm:spPr/>
    </dgm:pt>
    <dgm:pt modelId="{FFF6C43B-D51F-4B41-A6CE-8502EB8C319F}" type="pres">
      <dgm:prSet presAssocID="{E7CF617C-2D4F-4989-89F0-0913BB7528CB}" presName="linNode" presStyleCnt="0"/>
      <dgm:spPr/>
    </dgm:pt>
    <dgm:pt modelId="{96B76634-E345-41BB-9A67-9E60D294E2F3}" type="pres">
      <dgm:prSet presAssocID="{E7CF617C-2D4F-4989-89F0-0913BB7528CB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5FDC3084-34E2-4D5B-942C-8D77485452A3}" type="pres">
      <dgm:prSet presAssocID="{E7CF617C-2D4F-4989-89F0-0913BB7528CB}" presName="descendantText" presStyleLbl="alignAccFollowNode1" presStyleIdx="2" presStyleCnt="4">
        <dgm:presLayoutVars>
          <dgm:bulletEnabled/>
        </dgm:presLayoutVars>
      </dgm:prSet>
      <dgm:spPr/>
    </dgm:pt>
    <dgm:pt modelId="{8B483C33-5648-494E-8166-3B6C565F1689}" type="pres">
      <dgm:prSet presAssocID="{626E0495-48DC-47F5-933E-57C304DABB7D}" presName="sp" presStyleCnt="0"/>
      <dgm:spPr/>
    </dgm:pt>
    <dgm:pt modelId="{A841BBE0-459B-4229-913F-32B0B699C189}" type="pres">
      <dgm:prSet presAssocID="{07758829-2E72-4869-AFB0-D3103596B66E}" presName="linNode" presStyleCnt="0"/>
      <dgm:spPr/>
    </dgm:pt>
    <dgm:pt modelId="{D73E6AD9-43CB-4977-B2D2-0DFF48C96095}" type="pres">
      <dgm:prSet presAssocID="{07758829-2E72-4869-AFB0-D3103596B66E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A29FA776-7B24-43D3-9FEF-4BA9CE43BBAE}" type="pres">
      <dgm:prSet presAssocID="{07758829-2E72-4869-AFB0-D3103596B66E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3D78D70D-ED02-4F08-A4B2-530185DE1750}" srcId="{D64C35A0-21F1-4C73-AEDC-88E5470E512A}" destId="{D88C50CF-4A99-4D98-8F1E-579D9DDB2195}" srcOrd="0" destOrd="0" parTransId="{DD0895C4-AC8C-406F-BA45-BF2BE4ADF9E1}" sibTransId="{F90443A1-862E-40C0-91FC-37DCCA4D1A02}"/>
    <dgm:cxn modelId="{E5A1FA26-41BF-4835-9F1F-CC743F7C3C1C}" srcId="{E7CF617C-2D4F-4989-89F0-0913BB7528CB}" destId="{D2E9F594-D3D2-4583-86C0-A7485453FB39}" srcOrd="0" destOrd="0" parTransId="{9D8F1347-44C5-44BD-86FC-0484BB5BCE6C}" sibTransId="{E3B98574-862E-495E-B9FC-4F72F145EF24}"/>
    <dgm:cxn modelId="{65DE9429-6DD0-40B1-92CB-BC8F49CF3360}" srcId="{BD3A4133-E8B6-48E7-A71D-D9C1F55033BD}" destId="{8097DFC4-0353-44AA-BAFB-4A21605B4869}" srcOrd="0" destOrd="0" parTransId="{AD1955B3-724D-48CD-BEAF-F268844436EA}" sibTransId="{9453C5EE-71C6-4950-90F9-ABE6659E530E}"/>
    <dgm:cxn modelId="{00180E2A-7CF0-45E1-A8EC-C705B941D74B}" srcId="{A54C8588-51A5-420F-96EF-734F3DED63B2}" destId="{D64C35A0-21F1-4C73-AEDC-88E5470E512A}" srcOrd="1" destOrd="0" parTransId="{C113C422-64BD-4B26-BE6A-59CC9AF00882}" sibTransId="{04FF722D-0C2D-4AEE-A7AC-A056A0B0D80A}"/>
    <dgm:cxn modelId="{EB84E631-BF43-46BD-B89E-EA08E4D7E9AC}" type="presOf" srcId="{E7CF617C-2D4F-4989-89F0-0913BB7528CB}" destId="{96B76634-E345-41BB-9A67-9E60D294E2F3}" srcOrd="0" destOrd="0" presId="urn:microsoft.com/office/officeart/2016/7/layout/VerticalSolidActionList"/>
    <dgm:cxn modelId="{5BF64939-1BF0-464E-ABA7-3B82EF94000D}" type="presOf" srcId="{D64C35A0-21F1-4C73-AEDC-88E5470E512A}" destId="{1CCFC5EF-9B63-480D-B8F8-73E61F6DE269}" srcOrd="0" destOrd="0" presId="urn:microsoft.com/office/officeart/2016/7/layout/VerticalSolidActionList"/>
    <dgm:cxn modelId="{3D22D33A-E922-470D-9D36-0E35E62A403C}" type="presOf" srcId="{07758829-2E72-4869-AFB0-D3103596B66E}" destId="{D73E6AD9-43CB-4977-B2D2-0DFF48C96095}" srcOrd="0" destOrd="0" presId="urn:microsoft.com/office/officeart/2016/7/layout/VerticalSolidActionList"/>
    <dgm:cxn modelId="{3C5DE33D-6533-47EE-AC5E-BD3877C0FCC3}" type="presOf" srcId="{A54C8588-51A5-420F-96EF-734F3DED63B2}" destId="{64CCA46F-0E7C-4C81-B092-18B8C794506B}" srcOrd="0" destOrd="0" presId="urn:microsoft.com/office/officeart/2016/7/layout/VerticalSolidActionList"/>
    <dgm:cxn modelId="{5D2AC660-F296-4848-8127-E9B0F8B3F20C}" type="presOf" srcId="{BD3A4133-E8B6-48E7-A71D-D9C1F55033BD}" destId="{20FE754C-BD7C-4D76-8D13-1ADCAD59D37B}" srcOrd="0" destOrd="0" presId="urn:microsoft.com/office/officeart/2016/7/layout/VerticalSolidActionList"/>
    <dgm:cxn modelId="{3A664545-ACD4-4BBA-AA0C-54DDAA4E7C24}" srcId="{A54C8588-51A5-420F-96EF-734F3DED63B2}" destId="{07758829-2E72-4869-AFB0-D3103596B66E}" srcOrd="3" destOrd="0" parTransId="{FAC836B8-061C-492D-B5DF-D568FAA10C1F}" sibTransId="{1B769A87-2CE2-49BA-9944-5DBC77A1FB39}"/>
    <dgm:cxn modelId="{3B59F455-3C0E-4901-9085-BEBCCC3C6556}" type="presOf" srcId="{D88C50CF-4A99-4D98-8F1E-579D9DDB2195}" destId="{5849EC6C-37DB-4C8C-A358-31249B823FD7}" srcOrd="0" destOrd="0" presId="urn:microsoft.com/office/officeart/2016/7/layout/VerticalSolidActionList"/>
    <dgm:cxn modelId="{B089378F-2F36-4C7F-92B8-57804D6095BC}" type="presOf" srcId="{8097DFC4-0353-44AA-BAFB-4A21605B4869}" destId="{17559DCA-47FB-4C1D-B849-556BAC800920}" srcOrd="0" destOrd="0" presId="urn:microsoft.com/office/officeart/2016/7/layout/VerticalSolidActionList"/>
    <dgm:cxn modelId="{9A901593-A9A6-4B71-AD1D-8707795151B9}" type="presOf" srcId="{D2E9F594-D3D2-4583-86C0-A7485453FB39}" destId="{5FDC3084-34E2-4D5B-942C-8D77485452A3}" srcOrd="0" destOrd="0" presId="urn:microsoft.com/office/officeart/2016/7/layout/VerticalSolidActionList"/>
    <dgm:cxn modelId="{1C0978A3-FF47-489B-862F-A907A60AE7D1}" srcId="{07758829-2E72-4869-AFB0-D3103596B66E}" destId="{094C2AEF-C3E6-4C40-8F06-A0CA12252629}" srcOrd="0" destOrd="0" parTransId="{C5007216-5524-4288-AFDC-B80F23BE6D0F}" sibTransId="{11F0323A-C2DC-4E42-B9B4-77F4C00AFED7}"/>
    <dgm:cxn modelId="{601724B7-9FA2-4E81-847B-CF966612A5FB}" srcId="{A54C8588-51A5-420F-96EF-734F3DED63B2}" destId="{E7CF617C-2D4F-4989-89F0-0913BB7528CB}" srcOrd="2" destOrd="0" parTransId="{89D0C529-29C7-43B1-A9AD-05E9400A4EB2}" sibTransId="{626E0495-48DC-47F5-933E-57C304DABB7D}"/>
    <dgm:cxn modelId="{13EF4FEB-DA85-4546-A517-53E4AF87A66B}" srcId="{A54C8588-51A5-420F-96EF-734F3DED63B2}" destId="{BD3A4133-E8B6-48E7-A71D-D9C1F55033BD}" srcOrd="0" destOrd="0" parTransId="{114B1F11-DF5A-4EC8-9256-3E17CC38F27B}" sibTransId="{1C091033-EE46-4F0E-8365-6ABC2D8199BA}"/>
    <dgm:cxn modelId="{EC66D9EE-8F1E-4B3D-9353-3638153144C8}" type="presOf" srcId="{094C2AEF-C3E6-4C40-8F06-A0CA12252629}" destId="{A29FA776-7B24-43D3-9FEF-4BA9CE43BBAE}" srcOrd="0" destOrd="0" presId="urn:microsoft.com/office/officeart/2016/7/layout/VerticalSolidActionList"/>
    <dgm:cxn modelId="{EFA54852-A4DF-45C7-A8FC-9BAA46A4228F}" type="presParOf" srcId="{64CCA46F-0E7C-4C81-B092-18B8C794506B}" destId="{7DA9F99F-EEDB-45E4-A05F-009CB3F347A6}" srcOrd="0" destOrd="0" presId="urn:microsoft.com/office/officeart/2016/7/layout/VerticalSolidActionList"/>
    <dgm:cxn modelId="{D0F335EC-89F6-45AC-8E31-C1BA4A372D3A}" type="presParOf" srcId="{7DA9F99F-EEDB-45E4-A05F-009CB3F347A6}" destId="{20FE754C-BD7C-4D76-8D13-1ADCAD59D37B}" srcOrd="0" destOrd="0" presId="urn:microsoft.com/office/officeart/2016/7/layout/VerticalSolidActionList"/>
    <dgm:cxn modelId="{9BA1C0B2-C976-4224-BC25-E570CB07FE20}" type="presParOf" srcId="{7DA9F99F-EEDB-45E4-A05F-009CB3F347A6}" destId="{17559DCA-47FB-4C1D-B849-556BAC800920}" srcOrd="1" destOrd="0" presId="urn:microsoft.com/office/officeart/2016/7/layout/VerticalSolidActionList"/>
    <dgm:cxn modelId="{B90835AC-AC92-4144-965B-EC472486A8D2}" type="presParOf" srcId="{64CCA46F-0E7C-4C81-B092-18B8C794506B}" destId="{561CAB02-C7FB-4D06-A099-FAB6DB845F7E}" srcOrd="1" destOrd="0" presId="urn:microsoft.com/office/officeart/2016/7/layout/VerticalSolidActionList"/>
    <dgm:cxn modelId="{B2DAE8FC-EBF2-401E-ACDD-9523A01559EC}" type="presParOf" srcId="{64CCA46F-0E7C-4C81-B092-18B8C794506B}" destId="{22DE2407-AE50-4284-B3C7-EC74FADA5E24}" srcOrd="2" destOrd="0" presId="urn:microsoft.com/office/officeart/2016/7/layout/VerticalSolidActionList"/>
    <dgm:cxn modelId="{61598EFE-4502-4359-BC1C-77D3C426D691}" type="presParOf" srcId="{22DE2407-AE50-4284-B3C7-EC74FADA5E24}" destId="{1CCFC5EF-9B63-480D-B8F8-73E61F6DE269}" srcOrd="0" destOrd="0" presId="urn:microsoft.com/office/officeart/2016/7/layout/VerticalSolidActionList"/>
    <dgm:cxn modelId="{278BBCF7-48A4-4955-BA29-EA5A07B33E94}" type="presParOf" srcId="{22DE2407-AE50-4284-B3C7-EC74FADA5E24}" destId="{5849EC6C-37DB-4C8C-A358-31249B823FD7}" srcOrd="1" destOrd="0" presId="urn:microsoft.com/office/officeart/2016/7/layout/VerticalSolidActionList"/>
    <dgm:cxn modelId="{5E163F38-51D8-4A76-87F0-D7EF2783876D}" type="presParOf" srcId="{64CCA46F-0E7C-4C81-B092-18B8C794506B}" destId="{67D34E26-4688-417F-A7E2-DC6FF70D767D}" srcOrd="3" destOrd="0" presId="urn:microsoft.com/office/officeart/2016/7/layout/VerticalSolidActionList"/>
    <dgm:cxn modelId="{C6F5D0C9-EF69-4CD3-80DA-6925880DEEF7}" type="presParOf" srcId="{64CCA46F-0E7C-4C81-B092-18B8C794506B}" destId="{FFF6C43B-D51F-4B41-A6CE-8502EB8C319F}" srcOrd="4" destOrd="0" presId="urn:microsoft.com/office/officeart/2016/7/layout/VerticalSolidActionList"/>
    <dgm:cxn modelId="{EE40B3D8-B8A7-45FA-9C91-C78E28FB0FA3}" type="presParOf" srcId="{FFF6C43B-D51F-4B41-A6CE-8502EB8C319F}" destId="{96B76634-E345-41BB-9A67-9E60D294E2F3}" srcOrd="0" destOrd="0" presId="urn:microsoft.com/office/officeart/2016/7/layout/VerticalSolidActionList"/>
    <dgm:cxn modelId="{22A9CA29-B7F0-4120-8AB8-62AE90A91F9E}" type="presParOf" srcId="{FFF6C43B-D51F-4B41-A6CE-8502EB8C319F}" destId="{5FDC3084-34E2-4D5B-942C-8D77485452A3}" srcOrd="1" destOrd="0" presId="urn:microsoft.com/office/officeart/2016/7/layout/VerticalSolidActionList"/>
    <dgm:cxn modelId="{81906424-0F0F-49F9-8494-6E7367ED2EBE}" type="presParOf" srcId="{64CCA46F-0E7C-4C81-B092-18B8C794506B}" destId="{8B483C33-5648-494E-8166-3B6C565F1689}" srcOrd="5" destOrd="0" presId="urn:microsoft.com/office/officeart/2016/7/layout/VerticalSolidActionList"/>
    <dgm:cxn modelId="{3BF99680-0725-405E-B1FF-39AF378CCA51}" type="presParOf" srcId="{64CCA46F-0E7C-4C81-B092-18B8C794506B}" destId="{A841BBE0-459B-4229-913F-32B0B699C189}" srcOrd="6" destOrd="0" presId="urn:microsoft.com/office/officeart/2016/7/layout/VerticalSolidActionList"/>
    <dgm:cxn modelId="{9FE440C0-36B5-473D-92F1-3057D4588AB8}" type="presParOf" srcId="{A841BBE0-459B-4229-913F-32B0B699C189}" destId="{D73E6AD9-43CB-4977-B2D2-0DFF48C96095}" srcOrd="0" destOrd="0" presId="urn:microsoft.com/office/officeart/2016/7/layout/VerticalSolidActionList"/>
    <dgm:cxn modelId="{13572D0E-A440-4FB6-BAF7-484A28DD7F52}" type="presParOf" srcId="{A841BBE0-459B-4229-913F-32B0B699C189}" destId="{A29FA776-7B24-43D3-9FEF-4BA9CE43BBAE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A08D6EE-5AED-49B1-893F-D947C82257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11A8DF-0EE3-4BC2-9D20-222823F4C4FD}">
      <dgm:prSet/>
      <dgm:spPr/>
      <dgm:t>
        <a:bodyPr/>
        <a:lstStyle/>
        <a:p>
          <a:r>
            <a:rPr lang="en-GB" dirty="0"/>
            <a:t>It is the default mode of prediction that involves an explicit external predictor component that snoop for bus transactions and calls the predict() method to update its mirrored register value.</a:t>
          </a:r>
          <a:endParaRPr lang="en-US" dirty="0"/>
        </a:p>
      </dgm:t>
    </dgm:pt>
    <dgm:pt modelId="{498C6A47-98C7-457F-8AB0-E643F0C4A94A}" type="parTrans" cxnId="{8DA03909-F867-4A95-AF10-2D24B858CD54}">
      <dgm:prSet/>
      <dgm:spPr/>
      <dgm:t>
        <a:bodyPr/>
        <a:lstStyle/>
        <a:p>
          <a:endParaRPr lang="en-US"/>
        </a:p>
      </dgm:t>
    </dgm:pt>
    <dgm:pt modelId="{2ACE7CFA-F1CF-46D5-822F-F6A78DF8D8A8}" type="sibTrans" cxnId="{8DA03909-F867-4A95-AF10-2D24B858CD54}">
      <dgm:prSet/>
      <dgm:spPr/>
      <dgm:t>
        <a:bodyPr/>
        <a:lstStyle/>
        <a:p>
          <a:endParaRPr lang="en-US"/>
        </a:p>
      </dgm:t>
    </dgm:pt>
    <dgm:pt modelId="{09537C11-CF69-45D5-A7B2-800AD3F212BD}">
      <dgm:prSet/>
      <dgm:spPr/>
      <dgm:t>
        <a:bodyPr/>
        <a:lstStyle/>
        <a:p>
          <a:r>
            <a:rPr lang="en-GB" dirty="0"/>
            <a:t>Since it directly interacts with bus transactions, it requires a register adapter to convert bus transactions into a register transaction.</a:t>
          </a:r>
          <a:endParaRPr lang="en-US" dirty="0"/>
        </a:p>
      </dgm:t>
    </dgm:pt>
    <dgm:pt modelId="{5E08ACA6-143D-4689-A4F1-F3AD13440944}" type="parTrans" cxnId="{D5017087-F253-4B4A-8AD8-0509B86AEA2F}">
      <dgm:prSet/>
      <dgm:spPr/>
      <dgm:t>
        <a:bodyPr/>
        <a:lstStyle/>
        <a:p>
          <a:endParaRPr lang="en-US"/>
        </a:p>
      </dgm:t>
    </dgm:pt>
    <dgm:pt modelId="{12FEE4CB-268C-4B79-A344-7CACAD113483}" type="sibTrans" cxnId="{D5017087-F253-4B4A-8AD8-0509B86AEA2F}">
      <dgm:prSet/>
      <dgm:spPr/>
      <dgm:t>
        <a:bodyPr/>
        <a:lstStyle/>
        <a:p>
          <a:endParaRPr lang="en-US"/>
        </a:p>
      </dgm:t>
    </dgm:pt>
    <dgm:pt modelId="{DDACD926-9561-427A-8BB4-CB2020A21F0F}">
      <dgm:prSet/>
      <dgm:spPr/>
      <dgm:t>
        <a:bodyPr/>
        <a:lstStyle/>
        <a:p>
          <a:r>
            <a:rPr lang="en-GB" dirty="0"/>
            <a:t>To enable explicit prediction : It is enabled by default.</a:t>
          </a:r>
          <a:endParaRPr lang="en-US" dirty="0"/>
        </a:p>
      </dgm:t>
    </dgm:pt>
    <dgm:pt modelId="{299544C5-133D-487E-9497-250271A6A359}" type="parTrans" cxnId="{0EBA42D3-E39F-45C9-974C-1A6B4F903A30}">
      <dgm:prSet/>
      <dgm:spPr/>
      <dgm:t>
        <a:bodyPr/>
        <a:lstStyle/>
        <a:p>
          <a:endParaRPr lang="en-US"/>
        </a:p>
      </dgm:t>
    </dgm:pt>
    <dgm:pt modelId="{5E1FC308-C0A3-464C-A0A7-A3C2BD1A5A27}" type="sibTrans" cxnId="{0EBA42D3-E39F-45C9-974C-1A6B4F903A30}">
      <dgm:prSet/>
      <dgm:spPr/>
      <dgm:t>
        <a:bodyPr/>
        <a:lstStyle/>
        <a:p>
          <a:endParaRPr lang="en-US"/>
        </a:p>
      </dgm:t>
    </dgm:pt>
    <dgm:pt modelId="{AD53B2E5-554B-41B2-896E-153245D3F371}">
      <dgm:prSet/>
      <dgm:spPr/>
      <dgm:t>
        <a:bodyPr/>
        <a:lstStyle/>
        <a:p>
          <a:r>
            <a:rPr lang="en-GB" dirty="0"/>
            <a:t>Advantage :- This mode keeps the register model updated for transaction over the target bus interface.</a:t>
          </a:r>
          <a:endParaRPr lang="en-US" dirty="0"/>
        </a:p>
      </dgm:t>
    </dgm:pt>
    <dgm:pt modelId="{DBB83C5A-E36F-4A03-A0C9-AC8D3B7B38FE}" type="parTrans" cxnId="{209E1567-B0CB-4D26-9EB0-E6E262D88E8B}">
      <dgm:prSet/>
      <dgm:spPr/>
      <dgm:t>
        <a:bodyPr/>
        <a:lstStyle/>
        <a:p>
          <a:endParaRPr lang="en-US"/>
        </a:p>
      </dgm:t>
    </dgm:pt>
    <dgm:pt modelId="{C0298691-F687-4318-B0F0-ADDD262ABFB3}" type="sibTrans" cxnId="{209E1567-B0CB-4D26-9EB0-E6E262D88E8B}">
      <dgm:prSet/>
      <dgm:spPr/>
      <dgm:t>
        <a:bodyPr/>
        <a:lstStyle/>
        <a:p>
          <a:endParaRPr lang="en-US"/>
        </a:p>
      </dgm:t>
    </dgm:pt>
    <dgm:pt modelId="{E49BFF18-508B-4D7E-AD30-F926BF13CE5A}">
      <dgm:prSet/>
      <dgm:spPr/>
      <dgm:t>
        <a:bodyPr/>
        <a:lstStyle/>
        <a:p>
          <a:r>
            <a:rPr lang="en-GB" dirty="0"/>
            <a:t>Disadvantage :- Extra predictor component  has to instance, configure and connect.</a:t>
          </a:r>
          <a:endParaRPr lang="en-US" dirty="0"/>
        </a:p>
      </dgm:t>
    </dgm:pt>
    <dgm:pt modelId="{AFD2F559-A4B7-4F3C-8016-2BCFB75573BE}" type="parTrans" cxnId="{E78530B3-495C-45D0-A514-C74CEDC4660C}">
      <dgm:prSet/>
      <dgm:spPr/>
      <dgm:t>
        <a:bodyPr/>
        <a:lstStyle/>
        <a:p>
          <a:endParaRPr lang="en-US"/>
        </a:p>
      </dgm:t>
    </dgm:pt>
    <dgm:pt modelId="{8E2B3252-9AA5-4ED0-B051-11C335297764}" type="sibTrans" cxnId="{E78530B3-495C-45D0-A514-C74CEDC4660C}">
      <dgm:prSet/>
      <dgm:spPr/>
      <dgm:t>
        <a:bodyPr/>
        <a:lstStyle/>
        <a:p>
          <a:endParaRPr lang="en-US"/>
        </a:p>
      </dgm:t>
    </dgm:pt>
    <dgm:pt modelId="{D35C0E07-D652-41C9-A5E4-ADC2F40A57E4}" type="pres">
      <dgm:prSet presAssocID="{0A08D6EE-5AED-49B1-893F-D947C822578D}" presName="linear" presStyleCnt="0">
        <dgm:presLayoutVars>
          <dgm:animLvl val="lvl"/>
          <dgm:resizeHandles val="exact"/>
        </dgm:presLayoutVars>
      </dgm:prSet>
      <dgm:spPr/>
    </dgm:pt>
    <dgm:pt modelId="{04AA4D25-6792-4745-91CF-57B524E9AC28}" type="pres">
      <dgm:prSet presAssocID="{E411A8DF-0EE3-4BC2-9D20-222823F4C4F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CECDAEC-850D-492A-8569-06866C446637}" type="pres">
      <dgm:prSet presAssocID="{2ACE7CFA-F1CF-46D5-822F-F6A78DF8D8A8}" presName="spacer" presStyleCnt="0"/>
      <dgm:spPr/>
    </dgm:pt>
    <dgm:pt modelId="{A43D733B-0CE3-4413-B584-6065D0E7CACD}" type="pres">
      <dgm:prSet presAssocID="{09537C11-CF69-45D5-A7B2-800AD3F212B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C5FA728-C544-489C-BEDF-52BB4DF0BEE2}" type="pres">
      <dgm:prSet presAssocID="{12FEE4CB-268C-4B79-A344-7CACAD113483}" presName="spacer" presStyleCnt="0"/>
      <dgm:spPr/>
    </dgm:pt>
    <dgm:pt modelId="{10591E9F-AECC-4268-9A6A-FC70949E3BD7}" type="pres">
      <dgm:prSet presAssocID="{DDACD926-9561-427A-8BB4-CB2020A21F0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FC5EF08-A157-43C3-811D-891D928F876B}" type="pres">
      <dgm:prSet presAssocID="{5E1FC308-C0A3-464C-A0A7-A3C2BD1A5A27}" presName="spacer" presStyleCnt="0"/>
      <dgm:spPr/>
    </dgm:pt>
    <dgm:pt modelId="{307016D5-561A-4297-8B5F-F26681F68B25}" type="pres">
      <dgm:prSet presAssocID="{AD53B2E5-554B-41B2-896E-153245D3F37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984546-0120-4914-A711-47F9C06BEA7B}" type="pres">
      <dgm:prSet presAssocID="{C0298691-F687-4318-B0F0-ADDD262ABFB3}" presName="spacer" presStyleCnt="0"/>
      <dgm:spPr/>
    </dgm:pt>
    <dgm:pt modelId="{F3E1B5E8-F6CC-40CD-82C4-2199A60D8A06}" type="pres">
      <dgm:prSet presAssocID="{E49BFF18-508B-4D7E-AD30-F926BF13CE5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DA03909-F867-4A95-AF10-2D24B858CD54}" srcId="{0A08D6EE-5AED-49B1-893F-D947C822578D}" destId="{E411A8DF-0EE3-4BC2-9D20-222823F4C4FD}" srcOrd="0" destOrd="0" parTransId="{498C6A47-98C7-457F-8AB0-E643F0C4A94A}" sibTransId="{2ACE7CFA-F1CF-46D5-822F-F6A78DF8D8A8}"/>
    <dgm:cxn modelId="{F93B6B3D-2126-4BF7-94B0-AE5EA9F82491}" type="presOf" srcId="{AD53B2E5-554B-41B2-896E-153245D3F371}" destId="{307016D5-561A-4297-8B5F-F26681F68B25}" srcOrd="0" destOrd="0" presId="urn:microsoft.com/office/officeart/2005/8/layout/vList2"/>
    <dgm:cxn modelId="{3D793C5E-D006-4747-BC4B-63F6371C308A}" type="presOf" srcId="{0A08D6EE-5AED-49B1-893F-D947C822578D}" destId="{D35C0E07-D652-41C9-A5E4-ADC2F40A57E4}" srcOrd="0" destOrd="0" presId="urn:microsoft.com/office/officeart/2005/8/layout/vList2"/>
    <dgm:cxn modelId="{209E1567-B0CB-4D26-9EB0-E6E262D88E8B}" srcId="{0A08D6EE-5AED-49B1-893F-D947C822578D}" destId="{AD53B2E5-554B-41B2-896E-153245D3F371}" srcOrd="3" destOrd="0" parTransId="{DBB83C5A-E36F-4A03-A0C9-AC8D3B7B38FE}" sibTransId="{C0298691-F687-4318-B0F0-ADDD262ABFB3}"/>
    <dgm:cxn modelId="{12361776-0406-470B-B867-C2A04C0911D6}" type="presOf" srcId="{DDACD926-9561-427A-8BB4-CB2020A21F0F}" destId="{10591E9F-AECC-4268-9A6A-FC70949E3BD7}" srcOrd="0" destOrd="0" presId="urn:microsoft.com/office/officeart/2005/8/layout/vList2"/>
    <dgm:cxn modelId="{D5017087-F253-4B4A-8AD8-0509B86AEA2F}" srcId="{0A08D6EE-5AED-49B1-893F-D947C822578D}" destId="{09537C11-CF69-45D5-A7B2-800AD3F212BD}" srcOrd="1" destOrd="0" parTransId="{5E08ACA6-143D-4689-A4F1-F3AD13440944}" sibTransId="{12FEE4CB-268C-4B79-A344-7CACAD113483}"/>
    <dgm:cxn modelId="{F8E6DF94-A68C-45C6-BD9A-5C0B428C2D03}" type="presOf" srcId="{09537C11-CF69-45D5-A7B2-800AD3F212BD}" destId="{A43D733B-0CE3-4413-B584-6065D0E7CACD}" srcOrd="0" destOrd="0" presId="urn:microsoft.com/office/officeart/2005/8/layout/vList2"/>
    <dgm:cxn modelId="{FB7F2A9F-3545-435E-AC66-FFA47F243DFE}" type="presOf" srcId="{E411A8DF-0EE3-4BC2-9D20-222823F4C4FD}" destId="{04AA4D25-6792-4745-91CF-57B524E9AC28}" srcOrd="0" destOrd="0" presId="urn:microsoft.com/office/officeart/2005/8/layout/vList2"/>
    <dgm:cxn modelId="{E78530B3-495C-45D0-A514-C74CEDC4660C}" srcId="{0A08D6EE-5AED-49B1-893F-D947C822578D}" destId="{E49BFF18-508B-4D7E-AD30-F926BF13CE5A}" srcOrd="4" destOrd="0" parTransId="{AFD2F559-A4B7-4F3C-8016-2BCFB75573BE}" sibTransId="{8E2B3252-9AA5-4ED0-B051-11C335297764}"/>
    <dgm:cxn modelId="{0EBA42D3-E39F-45C9-974C-1A6B4F903A30}" srcId="{0A08D6EE-5AED-49B1-893F-D947C822578D}" destId="{DDACD926-9561-427A-8BB4-CB2020A21F0F}" srcOrd="2" destOrd="0" parTransId="{299544C5-133D-487E-9497-250271A6A359}" sibTransId="{5E1FC308-C0A3-464C-A0A7-A3C2BD1A5A27}"/>
    <dgm:cxn modelId="{E4DD1DEB-8C91-481C-92C8-AD48C1FBB4DE}" type="presOf" srcId="{E49BFF18-508B-4D7E-AD30-F926BF13CE5A}" destId="{F3E1B5E8-F6CC-40CD-82C4-2199A60D8A06}" srcOrd="0" destOrd="0" presId="urn:microsoft.com/office/officeart/2005/8/layout/vList2"/>
    <dgm:cxn modelId="{6BFA17F4-6F8C-450A-A1D9-0AD478498468}" type="presParOf" srcId="{D35C0E07-D652-41C9-A5E4-ADC2F40A57E4}" destId="{04AA4D25-6792-4745-91CF-57B524E9AC28}" srcOrd="0" destOrd="0" presId="urn:microsoft.com/office/officeart/2005/8/layout/vList2"/>
    <dgm:cxn modelId="{B4B01203-1217-40C0-BFF9-1AFE4BA0F050}" type="presParOf" srcId="{D35C0E07-D652-41C9-A5E4-ADC2F40A57E4}" destId="{0CECDAEC-850D-492A-8569-06866C446637}" srcOrd="1" destOrd="0" presId="urn:microsoft.com/office/officeart/2005/8/layout/vList2"/>
    <dgm:cxn modelId="{D17C1AC9-75E6-47FB-B205-335FA36A4600}" type="presParOf" srcId="{D35C0E07-D652-41C9-A5E4-ADC2F40A57E4}" destId="{A43D733B-0CE3-4413-B584-6065D0E7CACD}" srcOrd="2" destOrd="0" presId="urn:microsoft.com/office/officeart/2005/8/layout/vList2"/>
    <dgm:cxn modelId="{DD6F4FD1-C47E-4A50-BD86-2C494694120B}" type="presParOf" srcId="{D35C0E07-D652-41C9-A5E4-ADC2F40A57E4}" destId="{5C5FA728-C544-489C-BEDF-52BB4DF0BEE2}" srcOrd="3" destOrd="0" presId="urn:microsoft.com/office/officeart/2005/8/layout/vList2"/>
    <dgm:cxn modelId="{E6A2F8C9-396F-4194-9621-A623A908E24A}" type="presParOf" srcId="{D35C0E07-D652-41C9-A5E4-ADC2F40A57E4}" destId="{10591E9F-AECC-4268-9A6A-FC70949E3BD7}" srcOrd="4" destOrd="0" presId="urn:microsoft.com/office/officeart/2005/8/layout/vList2"/>
    <dgm:cxn modelId="{C63AFC5E-5E4F-4237-986F-6614B55DF0A0}" type="presParOf" srcId="{D35C0E07-D652-41C9-A5E4-ADC2F40A57E4}" destId="{0FC5EF08-A157-43C3-811D-891D928F876B}" srcOrd="5" destOrd="0" presId="urn:microsoft.com/office/officeart/2005/8/layout/vList2"/>
    <dgm:cxn modelId="{B7D80945-4779-4C58-A2EC-973A584975E6}" type="presParOf" srcId="{D35C0E07-D652-41C9-A5E4-ADC2F40A57E4}" destId="{307016D5-561A-4297-8B5F-F26681F68B25}" srcOrd="6" destOrd="0" presId="urn:microsoft.com/office/officeart/2005/8/layout/vList2"/>
    <dgm:cxn modelId="{CB70E07F-145B-43A8-9B3F-DEDB336E254C}" type="presParOf" srcId="{D35C0E07-D652-41C9-A5E4-ADC2F40A57E4}" destId="{1D984546-0120-4914-A711-47F9C06BEA7B}" srcOrd="7" destOrd="0" presId="urn:microsoft.com/office/officeart/2005/8/layout/vList2"/>
    <dgm:cxn modelId="{681B384E-D4D2-408B-826C-4C56DC92D6C2}" type="presParOf" srcId="{D35C0E07-D652-41C9-A5E4-ADC2F40A57E4}" destId="{F3E1B5E8-F6CC-40CD-82C4-2199A60D8A0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39FBB80-1798-4C9C-A1FD-D816321822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DEC31B-BCEE-47ED-9D0E-AEF356E8378C}">
      <dgm:prSet/>
      <dgm:spPr/>
      <dgm:t>
        <a:bodyPr/>
        <a:lstStyle/>
        <a:p>
          <a:r>
            <a:rPr lang="en-GB" dirty="0"/>
            <a:t>The passive prediction is similar to an explicit prediction that uses a predictor component except the front door register access methods can't be used.</a:t>
          </a:r>
          <a:endParaRPr lang="en-US" dirty="0"/>
        </a:p>
      </dgm:t>
    </dgm:pt>
    <dgm:pt modelId="{8C5C38FF-9B78-474F-B98F-1E47F6837C1F}" type="parTrans" cxnId="{52C93875-0271-4B99-B428-77668FBE11DF}">
      <dgm:prSet/>
      <dgm:spPr/>
      <dgm:t>
        <a:bodyPr/>
        <a:lstStyle/>
        <a:p>
          <a:endParaRPr lang="en-US"/>
        </a:p>
      </dgm:t>
    </dgm:pt>
    <dgm:pt modelId="{1C58EA9E-30EE-45E7-A0BC-DD1CB8508432}" type="sibTrans" cxnId="{52C93875-0271-4B99-B428-77668FBE11DF}">
      <dgm:prSet/>
      <dgm:spPr/>
      <dgm:t>
        <a:bodyPr/>
        <a:lstStyle/>
        <a:p>
          <a:endParaRPr lang="en-US"/>
        </a:p>
      </dgm:t>
    </dgm:pt>
    <dgm:pt modelId="{6697BE79-3438-4663-B3D0-B397608F1581}">
      <dgm:prSet/>
      <dgm:spPr/>
      <dgm:t>
        <a:bodyPr/>
        <a:lstStyle/>
        <a:p>
          <a:r>
            <a:rPr lang="en-GB" dirty="0"/>
            <a:t>Advantage :- This mode keeps the register model updated for transaction over the target bus interface.</a:t>
          </a:r>
          <a:endParaRPr lang="en-US" dirty="0"/>
        </a:p>
      </dgm:t>
    </dgm:pt>
    <dgm:pt modelId="{D3C1F9CC-EFFD-4AA2-BC9B-56BD0BBDA33B}" type="parTrans" cxnId="{60DA323B-5304-47C0-9A31-65D6A91C59DE}">
      <dgm:prSet/>
      <dgm:spPr/>
      <dgm:t>
        <a:bodyPr/>
        <a:lstStyle/>
        <a:p>
          <a:endParaRPr lang="en-US"/>
        </a:p>
      </dgm:t>
    </dgm:pt>
    <dgm:pt modelId="{14892D82-8D4B-4DAF-AF0B-2D2C2498F71E}" type="sibTrans" cxnId="{60DA323B-5304-47C0-9A31-65D6A91C59DE}">
      <dgm:prSet/>
      <dgm:spPr/>
      <dgm:t>
        <a:bodyPr/>
        <a:lstStyle/>
        <a:p>
          <a:endParaRPr lang="en-US"/>
        </a:p>
      </dgm:t>
    </dgm:pt>
    <dgm:pt modelId="{628AEA42-46EB-4FE9-800D-9CCA32BD63B4}">
      <dgm:prSet/>
      <dgm:spPr/>
      <dgm:t>
        <a:bodyPr/>
        <a:lstStyle/>
        <a:p>
          <a:r>
            <a:rPr lang="en-GB" dirty="0"/>
            <a:t>Disadvantage :- front door register access methods can't be used. Only backdoor access is possible. Hence it is rarely used.</a:t>
          </a:r>
          <a:endParaRPr lang="en-US" dirty="0"/>
        </a:p>
      </dgm:t>
    </dgm:pt>
    <dgm:pt modelId="{6CAD875E-B555-4AF1-9BB3-B26AE1B65753}" type="parTrans" cxnId="{66183C1F-513E-4F43-BE9D-F5D6A119F492}">
      <dgm:prSet/>
      <dgm:spPr/>
      <dgm:t>
        <a:bodyPr/>
        <a:lstStyle/>
        <a:p>
          <a:endParaRPr lang="en-US"/>
        </a:p>
      </dgm:t>
    </dgm:pt>
    <dgm:pt modelId="{A2232E0C-579C-4BAE-8AEE-2CF91B4FB660}" type="sibTrans" cxnId="{66183C1F-513E-4F43-BE9D-F5D6A119F492}">
      <dgm:prSet/>
      <dgm:spPr/>
      <dgm:t>
        <a:bodyPr/>
        <a:lstStyle/>
        <a:p>
          <a:endParaRPr lang="en-US"/>
        </a:p>
      </dgm:t>
    </dgm:pt>
    <dgm:pt modelId="{D557B059-D8D7-4CA9-BCA4-4C5E113DB60F}" type="pres">
      <dgm:prSet presAssocID="{039FBB80-1798-4C9C-A1FD-D81632182287}" presName="linear" presStyleCnt="0">
        <dgm:presLayoutVars>
          <dgm:animLvl val="lvl"/>
          <dgm:resizeHandles val="exact"/>
        </dgm:presLayoutVars>
      </dgm:prSet>
      <dgm:spPr/>
    </dgm:pt>
    <dgm:pt modelId="{44B77A23-3380-431F-832D-C0E259E93AAC}" type="pres">
      <dgm:prSet presAssocID="{55DEC31B-BCEE-47ED-9D0E-AEF356E837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195377-401E-4921-8EAD-57DD45A4ACA7}" type="pres">
      <dgm:prSet presAssocID="{1C58EA9E-30EE-45E7-A0BC-DD1CB8508432}" presName="spacer" presStyleCnt="0"/>
      <dgm:spPr/>
    </dgm:pt>
    <dgm:pt modelId="{560D5CAA-0A5D-446A-88E9-4848179D3743}" type="pres">
      <dgm:prSet presAssocID="{6697BE79-3438-4663-B3D0-B397608F15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8B4D74-4AE8-4D78-A1E7-F25D626DF835}" type="pres">
      <dgm:prSet presAssocID="{14892D82-8D4B-4DAF-AF0B-2D2C2498F71E}" presName="spacer" presStyleCnt="0"/>
      <dgm:spPr/>
    </dgm:pt>
    <dgm:pt modelId="{3F430E37-3A32-4E82-A123-9DC5C47D103E}" type="pres">
      <dgm:prSet presAssocID="{628AEA42-46EB-4FE9-800D-9CCA32BD63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6183C1F-513E-4F43-BE9D-F5D6A119F492}" srcId="{039FBB80-1798-4C9C-A1FD-D81632182287}" destId="{628AEA42-46EB-4FE9-800D-9CCA32BD63B4}" srcOrd="2" destOrd="0" parTransId="{6CAD875E-B555-4AF1-9BB3-B26AE1B65753}" sibTransId="{A2232E0C-579C-4BAE-8AEE-2CF91B4FB660}"/>
    <dgm:cxn modelId="{60DA323B-5304-47C0-9A31-65D6A91C59DE}" srcId="{039FBB80-1798-4C9C-A1FD-D81632182287}" destId="{6697BE79-3438-4663-B3D0-B397608F1581}" srcOrd="1" destOrd="0" parTransId="{D3C1F9CC-EFFD-4AA2-BC9B-56BD0BBDA33B}" sibTransId="{14892D82-8D4B-4DAF-AF0B-2D2C2498F71E}"/>
    <dgm:cxn modelId="{7EAF0C5F-8F77-41E4-90BC-C2090FA7792B}" type="presOf" srcId="{628AEA42-46EB-4FE9-800D-9CCA32BD63B4}" destId="{3F430E37-3A32-4E82-A123-9DC5C47D103E}" srcOrd="0" destOrd="0" presId="urn:microsoft.com/office/officeart/2005/8/layout/vList2"/>
    <dgm:cxn modelId="{C6330E47-0C3B-4F4F-8C42-EAFCE4E3E27A}" type="presOf" srcId="{6697BE79-3438-4663-B3D0-B397608F1581}" destId="{560D5CAA-0A5D-446A-88E9-4848179D3743}" srcOrd="0" destOrd="0" presId="urn:microsoft.com/office/officeart/2005/8/layout/vList2"/>
    <dgm:cxn modelId="{8AC67950-E693-4F32-9DD8-C7A531CCDADF}" type="presOf" srcId="{55DEC31B-BCEE-47ED-9D0E-AEF356E8378C}" destId="{44B77A23-3380-431F-832D-C0E259E93AAC}" srcOrd="0" destOrd="0" presId="urn:microsoft.com/office/officeart/2005/8/layout/vList2"/>
    <dgm:cxn modelId="{52C93875-0271-4B99-B428-77668FBE11DF}" srcId="{039FBB80-1798-4C9C-A1FD-D81632182287}" destId="{55DEC31B-BCEE-47ED-9D0E-AEF356E8378C}" srcOrd="0" destOrd="0" parTransId="{8C5C38FF-9B78-474F-B98F-1E47F6837C1F}" sibTransId="{1C58EA9E-30EE-45E7-A0BC-DD1CB8508432}"/>
    <dgm:cxn modelId="{5552F5CD-6CBF-4B64-84FB-9EC42940493B}" type="presOf" srcId="{039FBB80-1798-4C9C-A1FD-D81632182287}" destId="{D557B059-D8D7-4CA9-BCA4-4C5E113DB60F}" srcOrd="0" destOrd="0" presId="urn:microsoft.com/office/officeart/2005/8/layout/vList2"/>
    <dgm:cxn modelId="{3C825309-4331-4373-9113-F707CC211462}" type="presParOf" srcId="{D557B059-D8D7-4CA9-BCA4-4C5E113DB60F}" destId="{44B77A23-3380-431F-832D-C0E259E93AAC}" srcOrd="0" destOrd="0" presId="urn:microsoft.com/office/officeart/2005/8/layout/vList2"/>
    <dgm:cxn modelId="{011954FA-5B2F-4977-BDBD-BD3C3CAAA98C}" type="presParOf" srcId="{D557B059-D8D7-4CA9-BCA4-4C5E113DB60F}" destId="{A1195377-401E-4921-8EAD-57DD45A4ACA7}" srcOrd="1" destOrd="0" presId="urn:microsoft.com/office/officeart/2005/8/layout/vList2"/>
    <dgm:cxn modelId="{E8E65E41-2D18-4DBB-B89C-6A4B8ACC3B60}" type="presParOf" srcId="{D557B059-D8D7-4CA9-BCA4-4C5E113DB60F}" destId="{560D5CAA-0A5D-446A-88E9-4848179D3743}" srcOrd="2" destOrd="0" presId="urn:microsoft.com/office/officeart/2005/8/layout/vList2"/>
    <dgm:cxn modelId="{EAAF2328-2933-4AD7-B9E5-1182E01A3943}" type="presParOf" srcId="{D557B059-D8D7-4CA9-BCA4-4C5E113DB60F}" destId="{888B4D74-4AE8-4D78-A1E7-F25D626DF835}" srcOrd="3" destOrd="0" presId="urn:microsoft.com/office/officeart/2005/8/layout/vList2"/>
    <dgm:cxn modelId="{14D5E5AB-4B76-400E-8A54-B0D625ED4556}" type="presParOf" srcId="{D557B059-D8D7-4CA9-BCA4-4C5E113DB60F}" destId="{3F430E37-3A32-4E82-A123-9DC5C47D103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6783CD4-247F-426F-A667-90F9D87489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1DB785-37C9-4326-A93F-70089C6C52A0}">
      <dgm:prSet/>
      <dgm:spPr/>
      <dgm:t>
        <a:bodyPr/>
        <a:lstStyle/>
        <a:p>
          <a:r>
            <a:rPr lang="en-GB" dirty="0"/>
            <a:t>Set( ) method updates desired value and does not write the register of the DUT.</a:t>
          </a:r>
          <a:endParaRPr lang="en-US" dirty="0"/>
        </a:p>
      </dgm:t>
    </dgm:pt>
    <dgm:pt modelId="{53A5853E-C6BB-4542-952E-674431B6536C}" type="parTrans" cxnId="{6FE4EEF7-3784-4829-9B5D-82B7DC7F31CF}">
      <dgm:prSet/>
      <dgm:spPr/>
      <dgm:t>
        <a:bodyPr/>
        <a:lstStyle/>
        <a:p>
          <a:endParaRPr lang="en-US"/>
        </a:p>
      </dgm:t>
    </dgm:pt>
    <dgm:pt modelId="{1F6A51D8-800B-426F-AD85-28102392CC04}" type="sibTrans" cxnId="{6FE4EEF7-3784-4829-9B5D-82B7DC7F31CF}">
      <dgm:prSet/>
      <dgm:spPr/>
      <dgm:t>
        <a:bodyPr/>
        <a:lstStyle/>
        <a:p>
          <a:endParaRPr lang="en-US"/>
        </a:p>
      </dgm:t>
    </dgm:pt>
    <dgm:pt modelId="{E1BED069-0F3D-447B-80AF-F8023BC51F98}">
      <dgm:prSet/>
      <dgm:spPr/>
      <dgm:t>
        <a:bodyPr/>
        <a:lstStyle/>
        <a:p>
          <a:r>
            <a:rPr lang="en-GB" dirty="0"/>
            <a:t>To update the desired value to the DUT register.</a:t>
          </a:r>
          <a:endParaRPr lang="en-US" dirty="0"/>
        </a:p>
      </dgm:t>
    </dgm:pt>
    <dgm:pt modelId="{DA4DD0E0-9090-46E3-AAAC-5811F6593E08}" type="parTrans" cxnId="{618519D6-9D5A-4B86-84F4-123D7A1E52D2}">
      <dgm:prSet/>
      <dgm:spPr/>
      <dgm:t>
        <a:bodyPr/>
        <a:lstStyle/>
        <a:p>
          <a:endParaRPr lang="en-US"/>
        </a:p>
      </dgm:t>
    </dgm:pt>
    <dgm:pt modelId="{AAEE88E1-F124-4597-A4AE-97093524606B}" type="sibTrans" cxnId="{618519D6-9D5A-4B86-84F4-123D7A1E52D2}">
      <dgm:prSet/>
      <dgm:spPr/>
      <dgm:t>
        <a:bodyPr/>
        <a:lstStyle/>
        <a:p>
          <a:endParaRPr lang="en-US"/>
        </a:p>
      </dgm:t>
    </dgm:pt>
    <dgm:pt modelId="{524BB265-7572-433F-8DCB-463DB50BE7DC}">
      <dgm:prSet/>
      <dgm:spPr/>
      <dgm:t>
        <a:bodyPr/>
        <a:lstStyle/>
        <a:p>
          <a:r>
            <a:rPr lang="en-GB" dirty="0"/>
            <a:t>The update( ) method can be used.</a:t>
          </a:r>
          <a:endParaRPr lang="en-US" dirty="0"/>
        </a:p>
      </dgm:t>
    </dgm:pt>
    <dgm:pt modelId="{08E573FD-3CE5-4531-9FD8-E907A202475C}" type="parTrans" cxnId="{EAA6DF3C-8611-45D9-809C-D20C81E97DD9}">
      <dgm:prSet/>
      <dgm:spPr/>
      <dgm:t>
        <a:bodyPr/>
        <a:lstStyle/>
        <a:p>
          <a:endParaRPr lang="en-US"/>
        </a:p>
      </dgm:t>
    </dgm:pt>
    <dgm:pt modelId="{B0EF352C-B0C0-470B-8F3F-2245949E3E15}" type="sibTrans" cxnId="{EAA6DF3C-8611-45D9-809C-D20C81E97DD9}">
      <dgm:prSet/>
      <dgm:spPr/>
      <dgm:t>
        <a:bodyPr/>
        <a:lstStyle/>
        <a:p>
          <a:endParaRPr lang="en-US"/>
        </a:p>
      </dgm:t>
    </dgm:pt>
    <dgm:pt modelId="{7C905450-0D0E-43F2-8B0B-FCEB5EB7F6E9}" type="pres">
      <dgm:prSet presAssocID="{76783CD4-247F-426F-A667-90F9D87489BF}" presName="linear" presStyleCnt="0">
        <dgm:presLayoutVars>
          <dgm:animLvl val="lvl"/>
          <dgm:resizeHandles val="exact"/>
        </dgm:presLayoutVars>
      </dgm:prSet>
      <dgm:spPr/>
    </dgm:pt>
    <dgm:pt modelId="{2EEB20FB-454B-4107-8C2E-ACA8F994A21B}" type="pres">
      <dgm:prSet presAssocID="{9C1DB785-37C9-4326-A93F-70089C6C52A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318A78D-AD1B-48CD-A589-C67F7EE9B271}" type="pres">
      <dgm:prSet presAssocID="{1F6A51D8-800B-426F-AD85-28102392CC04}" presName="spacer" presStyleCnt="0"/>
      <dgm:spPr/>
    </dgm:pt>
    <dgm:pt modelId="{6C6DB035-06E4-4BC4-9407-63809B718719}" type="pres">
      <dgm:prSet presAssocID="{E1BED069-0F3D-447B-80AF-F8023BC51F9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FB5AB1-9E1B-4BAA-8278-CC708EEB3A06}" type="pres">
      <dgm:prSet presAssocID="{AAEE88E1-F124-4597-A4AE-97093524606B}" presName="spacer" presStyleCnt="0"/>
      <dgm:spPr/>
    </dgm:pt>
    <dgm:pt modelId="{08534E13-C9E7-4B2F-A915-8B5AD6CAFAC6}" type="pres">
      <dgm:prSet presAssocID="{524BB265-7572-433F-8DCB-463DB50BE7D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B0F1819-180F-48DA-AE56-149E8C37D2B2}" type="presOf" srcId="{9C1DB785-37C9-4326-A93F-70089C6C52A0}" destId="{2EEB20FB-454B-4107-8C2E-ACA8F994A21B}" srcOrd="0" destOrd="0" presId="urn:microsoft.com/office/officeart/2005/8/layout/vList2"/>
    <dgm:cxn modelId="{EAA6DF3C-8611-45D9-809C-D20C81E97DD9}" srcId="{76783CD4-247F-426F-A667-90F9D87489BF}" destId="{524BB265-7572-433F-8DCB-463DB50BE7DC}" srcOrd="2" destOrd="0" parTransId="{08E573FD-3CE5-4531-9FD8-E907A202475C}" sibTransId="{B0EF352C-B0C0-470B-8F3F-2245949E3E15}"/>
    <dgm:cxn modelId="{58613CB7-C66C-4759-82AC-047310A29B18}" type="presOf" srcId="{76783CD4-247F-426F-A667-90F9D87489BF}" destId="{7C905450-0D0E-43F2-8B0B-FCEB5EB7F6E9}" srcOrd="0" destOrd="0" presId="urn:microsoft.com/office/officeart/2005/8/layout/vList2"/>
    <dgm:cxn modelId="{B42BF6D1-FF1F-4D9E-AE8E-57C3C7BBA3E7}" type="presOf" srcId="{524BB265-7572-433F-8DCB-463DB50BE7DC}" destId="{08534E13-C9E7-4B2F-A915-8B5AD6CAFAC6}" srcOrd="0" destOrd="0" presId="urn:microsoft.com/office/officeart/2005/8/layout/vList2"/>
    <dgm:cxn modelId="{618519D6-9D5A-4B86-84F4-123D7A1E52D2}" srcId="{76783CD4-247F-426F-A667-90F9D87489BF}" destId="{E1BED069-0F3D-447B-80AF-F8023BC51F98}" srcOrd="1" destOrd="0" parTransId="{DA4DD0E0-9090-46E3-AAAC-5811F6593E08}" sibTransId="{AAEE88E1-F124-4597-A4AE-97093524606B}"/>
    <dgm:cxn modelId="{B8F83DEC-58CF-4433-884B-76B286565B5C}" type="presOf" srcId="{E1BED069-0F3D-447B-80AF-F8023BC51F98}" destId="{6C6DB035-06E4-4BC4-9407-63809B718719}" srcOrd="0" destOrd="0" presId="urn:microsoft.com/office/officeart/2005/8/layout/vList2"/>
    <dgm:cxn modelId="{6FE4EEF7-3784-4829-9B5D-82B7DC7F31CF}" srcId="{76783CD4-247F-426F-A667-90F9D87489BF}" destId="{9C1DB785-37C9-4326-A93F-70089C6C52A0}" srcOrd="0" destOrd="0" parTransId="{53A5853E-C6BB-4542-952E-674431B6536C}" sibTransId="{1F6A51D8-800B-426F-AD85-28102392CC04}"/>
    <dgm:cxn modelId="{2BF4F6C3-72ED-47D5-9FE2-ED9F15524717}" type="presParOf" srcId="{7C905450-0D0E-43F2-8B0B-FCEB5EB7F6E9}" destId="{2EEB20FB-454B-4107-8C2E-ACA8F994A21B}" srcOrd="0" destOrd="0" presId="urn:microsoft.com/office/officeart/2005/8/layout/vList2"/>
    <dgm:cxn modelId="{5B9758B3-8CBD-4377-A389-3C07D7A45880}" type="presParOf" srcId="{7C905450-0D0E-43F2-8B0B-FCEB5EB7F6E9}" destId="{4318A78D-AD1B-48CD-A589-C67F7EE9B271}" srcOrd="1" destOrd="0" presId="urn:microsoft.com/office/officeart/2005/8/layout/vList2"/>
    <dgm:cxn modelId="{60D5A3C2-FB8D-4C03-BE6A-3D56B40129D1}" type="presParOf" srcId="{7C905450-0D0E-43F2-8B0B-FCEB5EB7F6E9}" destId="{6C6DB035-06E4-4BC4-9407-63809B718719}" srcOrd="2" destOrd="0" presId="urn:microsoft.com/office/officeart/2005/8/layout/vList2"/>
    <dgm:cxn modelId="{08225F77-8D90-4B81-ABBA-5B8EDD2AB789}" type="presParOf" srcId="{7C905450-0D0E-43F2-8B0B-FCEB5EB7F6E9}" destId="{27FB5AB1-9E1B-4BAA-8278-CC708EEB3A06}" srcOrd="3" destOrd="0" presId="urn:microsoft.com/office/officeart/2005/8/layout/vList2"/>
    <dgm:cxn modelId="{4B97B1FF-3E70-4A72-929C-24D94D5B0403}" type="presParOf" srcId="{7C905450-0D0E-43F2-8B0B-FCEB5EB7F6E9}" destId="{08534E13-C9E7-4B2F-A915-8B5AD6CAFA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9CEAF94-F46C-4009-800A-13FE25CC1D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29D50E-4ADF-4082-B962-4A44C1E6620E}">
      <dgm:prSet/>
      <dgm:spPr/>
      <dgm:t>
        <a:bodyPr/>
        <a:lstStyle/>
        <a:p>
          <a:r>
            <a:rPr lang="en-GB" dirty="0"/>
            <a:t>Mirror( ) method behaves the same as the read() method, additionally it compares the value with mirrored value if check argument = UVM_CHECK.</a:t>
          </a:r>
          <a:endParaRPr lang="en-US" dirty="0"/>
        </a:p>
      </dgm:t>
    </dgm:pt>
    <dgm:pt modelId="{9E46C806-7082-40B2-9C1F-44454A7CA51F}" type="parTrans" cxnId="{D5D755AB-B426-4017-9B1D-8E57EF8A913F}">
      <dgm:prSet/>
      <dgm:spPr/>
      <dgm:t>
        <a:bodyPr/>
        <a:lstStyle/>
        <a:p>
          <a:endParaRPr lang="en-US"/>
        </a:p>
      </dgm:t>
    </dgm:pt>
    <dgm:pt modelId="{BE65F4F8-0C28-4CD0-940A-803195752307}" type="sibTrans" cxnId="{D5D755AB-B426-4017-9B1D-8E57EF8A913F}">
      <dgm:prSet/>
      <dgm:spPr/>
      <dgm:t>
        <a:bodyPr/>
        <a:lstStyle/>
        <a:p>
          <a:endParaRPr lang="en-US"/>
        </a:p>
      </dgm:t>
    </dgm:pt>
    <dgm:pt modelId="{D2A68580-C6E7-434E-AD96-14E9F8B1CAEC}">
      <dgm:prSet/>
      <dgm:spPr/>
      <dgm:t>
        <a:bodyPr/>
        <a:lstStyle/>
        <a:p>
          <a:r>
            <a:rPr lang="en-GB" dirty="0"/>
            <a:t>An error is reported if the mirrored value differs from the read value of the DUT.</a:t>
          </a:r>
          <a:endParaRPr lang="en-US" dirty="0"/>
        </a:p>
      </dgm:t>
    </dgm:pt>
    <dgm:pt modelId="{5AB1A954-E4A1-4864-95BA-2288938299DE}" type="parTrans" cxnId="{5BDCC55E-CBFC-4455-8A48-AE786B5EEC61}">
      <dgm:prSet/>
      <dgm:spPr/>
      <dgm:t>
        <a:bodyPr/>
        <a:lstStyle/>
        <a:p>
          <a:endParaRPr lang="en-US"/>
        </a:p>
      </dgm:t>
    </dgm:pt>
    <dgm:pt modelId="{8C948AA7-C5B5-4FA8-AC84-6EE1EF731201}" type="sibTrans" cxnId="{5BDCC55E-CBFC-4455-8A48-AE786B5EEC61}">
      <dgm:prSet/>
      <dgm:spPr/>
      <dgm:t>
        <a:bodyPr/>
        <a:lstStyle/>
        <a:p>
          <a:endParaRPr lang="en-US"/>
        </a:p>
      </dgm:t>
    </dgm:pt>
    <dgm:pt modelId="{96F7CC94-CD6D-4319-8581-65A1B0ADDC68}" type="pres">
      <dgm:prSet presAssocID="{F9CEAF94-F46C-4009-800A-13FE25CC1D28}" presName="linear" presStyleCnt="0">
        <dgm:presLayoutVars>
          <dgm:animLvl val="lvl"/>
          <dgm:resizeHandles val="exact"/>
        </dgm:presLayoutVars>
      </dgm:prSet>
      <dgm:spPr/>
    </dgm:pt>
    <dgm:pt modelId="{D1392F61-A5D1-45BF-94D2-CA6A846AA14E}" type="pres">
      <dgm:prSet presAssocID="{1E29D50E-4ADF-4082-B962-4A44C1E662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CEE1955-87A9-4F48-A5F2-24C7499396A7}" type="pres">
      <dgm:prSet presAssocID="{BE65F4F8-0C28-4CD0-940A-803195752307}" presName="spacer" presStyleCnt="0"/>
      <dgm:spPr/>
    </dgm:pt>
    <dgm:pt modelId="{FC8C95CA-5454-4E2F-9A85-12A0FDD20595}" type="pres">
      <dgm:prSet presAssocID="{D2A68580-C6E7-434E-AD96-14E9F8B1CAE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6E4C62D-1E25-4249-9DB4-C92774873463}" type="presOf" srcId="{D2A68580-C6E7-434E-AD96-14E9F8B1CAEC}" destId="{FC8C95CA-5454-4E2F-9A85-12A0FDD20595}" srcOrd="0" destOrd="0" presId="urn:microsoft.com/office/officeart/2005/8/layout/vList2"/>
    <dgm:cxn modelId="{5BDCC55E-CBFC-4455-8A48-AE786B5EEC61}" srcId="{F9CEAF94-F46C-4009-800A-13FE25CC1D28}" destId="{D2A68580-C6E7-434E-AD96-14E9F8B1CAEC}" srcOrd="1" destOrd="0" parTransId="{5AB1A954-E4A1-4864-95BA-2288938299DE}" sibTransId="{8C948AA7-C5B5-4FA8-AC84-6EE1EF731201}"/>
    <dgm:cxn modelId="{25181471-3373-4A82-A093-5AF1A2E5BC87}" type="presOf" srcId="{1E29D50E-4ADF-4082-B962-4A44C1E6620E}" destId="{D1392F61-A5D1-45BF-94D2-CA6A846AA14E}" srcOrd="0" destOrd="0" presId="urn:microsoft.com/office/officeart/2005/8/layout/vList2"/>
    <dgm:cxn modelId="{0EFD349E-C7B4-49AD-BAAA-929B4D802594}" type="presOf" srcId="{F9CEAF94-F46C-4009-800A-13FE25CC1D28}" destId="{96F7CC94-CD6D-4319-8581-65A1B0ADDC68}" srcOrd="0" destOrd="0" presId="urn:microsoft.com/office/officeart/2005/8/layout/vList2"/>
    <dgm:cxn modelId="{D5D755AB-B426-4017-9B1D-8E57EF8A913F}" srcId="{F9CEAF94-F46C-4009-800A-13FE25CC1D28}" destId="{1E29D50E-4ADF-4082-B962-4A44C1E6620E}" srcOrd="0" destOrd="0" parTransId="{9E46C806-7082-40B2-9C1F-44454A7CA51F}" sibTransId="{BE65F4F8-0C28-4CD0-940A-803195752307}"/>
    <dgm:cxn modelId="{929BDD79-A78C-4D2B-AB90-30538271489D}" type="presParOf" srcId="{96F7CC94-CD6D-4319-8581-65A1B0ADDC68}" destId="{D1392F61-A5D1-45BF-94D2-CA6A846AA14E}" srcOrd="0" destOrd="0" presId="urn:microsoft.com/office/officeart/2005/8/layout/vList2"/>
    <dgm:cxn modelId="{00FE2D68-13A1-42A3-B980-6E884FA7B03D}" type="presParOf" srcId="{96F7CC94-CD6D-4319-8581-65A1B0ADDC68}" destId="{CCEE1955-87A9-4F48-A5F2-24C7499396A7}" srcOrd="1" destOrd="0" presId="urn:microsoft.com/office/officeart/2005/8/layout/vList2"/>
    <dgm:cxn modelId="{55E1BDE3-4356-4FD7-9605-8872E43167C9}" type="presParOf" srcId="{96F7CC94-CD6D-4319-8581-65A1B0ADDC68}" destId="{FC8C95CA-5454-4E2F-9A85-12A0FDD2059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351FBE2-F349-408F-BB1A-049D5697BE2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99945C-E293-4953-8ADE-6FFD2A62B3C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peek( ) method is used to read the actual value of a register from the DUT using a back door access.</a:t>
          </a:r>
          <a:endParaRPr lang="en-US" dirty="0"/>
        </a:p>
      </dgm:t>
    </dgm:pt>
    <dgm:pt modelId="{3168B4DA-9F63-480A-B3ED-D3491902D0A5}" type="parTrans" cxnId="{441A2E37-ABAE-49F1-9646-DFE0929D066B}">
      <dgm:prSet/>
      <dgm:spPr/>
      <dgm:t>
        <a:bodyPr/>
        <a:lstStyle/>
        <a:p>
          <a:endParaRPr lang="en-US"/>
        </a:p>
      </dgm:t>
    </dgm:pt>
    <dgm:pt modelId="{AD638A6B-3CA6-45A7-934E-6ADFAF39E2C2}" type="sibTrans" cxnId="{441A2E37-ABAE-49F1-9646-DFE0929D066B}">
      <dgm:prSet/>
      <dgm:spPr/>
      <dgm:t>
        <a:bodyPr/>
        <a:lstStyle/>
        <a:p>
          <a:endParaRPr lang="en-US"/>
        </a:p>
      </dgm:t>
    </dgm:pt>
    <dgm:pt modelId="{DF1D711E-F74B-4CB8-9AD4-A117B169551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 peek( ) method allows you to retrieve the current value of a register directly from DUT.</a:t>
          </a:r>
          <a:endParaRPr lang="en-US" dirty="0"/>
        </a:p>
      </dgm:t>
    </dgm:pt>
    <dgm:pt modelId="{E69D6172-2D5B-434B-AB0D-B800357A9C78}" type="parTrans" cxnId="{1A2DC3C8-87CF-4581-8C12-F24FDC39B2AF}">
      <dgm:prSet/>
      <dgm:spPr/>
      <dgm:t>
        <a:bodyPr/>
        <a:lstStyle/>
        <a:p>
          <a:endParaRPr lang="en-US"/>
        </a:p>
      </dgm:t>
    </dgm:pt>
    <dgm:pt modelId="{A535763F-36BF-474C-9A82-C730178A4D31}" type="sibTrans" cxnId="{1A2DC3C8-87CF-4581-8C12-F24FDC39B2AF}">
      <dgm:prSet/>
      <dgm:spPr/>
      <dgm:t>
        <a:bodyPr/>
        <a:lstStyle/>
        <a:p>
          <a:endParaRPr lang="en-US"/>
        </a:p>
      </dgm:t>
    </dgm:pt>
    <dgm:pt modelId="{F9F1B025-06E3-4F14-90EB-956618B7C65E}" type="pres">
      <dgm:prSet presAssocID="{0351FBE2-F349-408F-BB1A-049D5697BE28}" presName="root" presStyleCnt="0">
        <dgm:presLayoutVars>
          <dgm:dir/>
          <dgm:resizeHandles val="exact"/>
        </dgm:presLayoutVars>
      </dgm:prSet>
      <dgm:spPr/>
    </dgm:pt>
    <dgm:pt modelId="{80E01C96-460D-4861-9322-EF19C79B0453}" type="pres">
      <dgm:prSet presAssocID="{4799945C-E293-4953-8ADE-6FFD2A62B3C5}" presName="compNode" presStyleCnt="0"/>
      <dgm:spPr/>
    </dgm:pt>
    <dgm:pt modelId="{1B11B671-D79F-4440-93DF-597EC93921C6}" type="pres">
      <dgm:prSet presAssocID="{4799945C-E293-4953-8ADE-6FFD2A62B3C5}" presName="bgRect" presStyleLbl="bgShp" presStyleIdx="0" presStyleCnt="2"/>
      <dgm:spPr/>
    </dgm:pt>
    <dgm:pt modelId="{2B4F564E-3E60-4D55-BE38-C29808735497}" type="pres">
      <dgm:prSet presAssocID="{4799945C-E293-4953-8ADE-6FFD2A62B3C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DD274A83-E3A4-454D-AD43-9FE4661A546D}" type="pres">
      <dgm:prSet presAssocID="{4799945C-E293-4953-8ADE-6FFD2A62B3C5}" presName="spaceRect" presStyleCnt="0"/>
      <dgm:spPr/>
    </dgm:pt>
    <dgm:pt modelId="{5812418D-AEF1-4437-AF4C-307568277577}" type="pres">
      <dgm:prSet presAssocID="{4799945C-E293-4953-8ADE-6FFD2A62B3C5}" presName="parTx" presStyleLbl="revTx" presStyleIdx="0" presStyleCnt="2">
        <dgm:presLayoutVars>
          <dgm:chMax val="0"/>
          <dgm:chPref val="0"/>
        </dgm:presLayoutVars>
      </dgm:prSet>
      <dgm:spPr/>
    </dgm:pt>
    <dgm:pt modelId="{92F9D24C-5882-434E-8C73-9A93E3993CC3}" type="pres">
      <dgm:prSet presAssocID="{AD638A6B-3CA6-45A7-934E-6ADFAF39E2C2}" presName="sibTrans" presStyleCnt="0"/>
      <dgm:spPr/>
    </dgm:pt>
    <dgm:pt modelId="{576AEE70-3ECB-4CAC-BEA3-4C135CAEF3B5}" type="pres">
      <dgm:prSet presAssocID="{DF1D711E-F74B-4CB8-9AD4-A117B1695511}" presName="compNode" presStyleCnt="0"/>
      <dgm:spPr/>
    </dgm:pt>
    <dgm:pt modelId="{C9E23287-24BA-47C3-999B-9BC913E67D12}" type="pres">
      <dgm:prSet presAssocID="{DF1D711E-F74B-4CB8-9AD4-A117B1695511}" presName="bgRect" presStyleLbl="bgShp" presStyleIdx="1" presStyleCnt="2"/>
      <dgm:spPr/>
    </dgm:pt>
    <dgm:pt modelId="{29584D07-8EFA-4473-A90C-88E31A87079C}" type="pres">
      <dgm:prSet presAssocID="{DF1D711E-F74B-4CB8-9AD4-A117B169551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08B0780D-8B04-4EBD-9627-449476536AE2}" type="pres">
      <dgm:prSet presAssocID="{DF1D711E-F74B-4CB8-9AD4-A117B1695511}" presName="spaceRect" presStyleCnt="0"/>
      <dgm:spPr/>
    </dgm:pt>
    <dgm:pt modelId="{AC4E5EA6-759A-4C6E-82CA-67BC07CB5AB2}" type="pres">
      <dgm:prSet presAssocID="{DF1D711E-F74B-4CB8-9AD4-A117B169551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9CF0D15-C1E5-4D3B-B3CF-1E573C7A739C}" type="presOf" srcId="{0351FBE2-F349-408F-BB1A-049D5697BE28}" destId="{F9F1B025-06E3-4F14-90EB-956618B7C65E}" srcOrd="0" destOrd="0" presId="urn:microsoft.com/office/officeart/2018/2/layout/IconVerticalSolidList"/>
    <dgm:cxn modelId="{441A2E37-ABAE-49F1-9646-DFE0929D066B}" srcId="{0351FBE2-F349-408F-BB1A-049D5697BE28}" destId="{4799945C-E293-4953-8ADE-6FFD2A62B3C5}" srcOrd="0" destOrd="0" parTransId="{3168B4DA-9F63-480A-B3ED-D3491902D0A5}" sibTransId="{AD638A6B-3CA6-45A7-934E-6ADFAF39E2C2}"/>
    <dgm:cxn modelId="{3F20E6C4-8333-473A-8499-7AAC36E5DECA}" type="presOf" srcId="{4799945C-E293-4953-8ADE-6FFD2A62B3C5}" destId="{5812418D-AEF1-4437-AF4C-307568277577}" srcOrd="0" destOrd="0" presId="urn:microsoft.com/office/officeart/2018/2/layout/IconVerticalSolidList"/>
    <dgm:cxn modelId="{1A2DC3C8-87CF-4581-8C12-F24FDC39B2AF}" srcId="{0351FBE2-F349-408F-BB1A-049D5697BE28}" destId="{DF1D711E-F74B-4CB8-9AD4-A117B1695511}" srcOrd="1" destOrd="0" parTransId="{E69D6172-2D5B-434B-AB0D-B800357A9C78}" sibTransId="{A535763F-36BF-474C-9A82-C730178A4D31}"/>
    <dgm:cxn modelId="{DE326CCB-C859-4E11-B9D9-0F23678523C6}" type="presOf" srcId="{DF1D711E-F74B-4CB8-9AD4-A117B1695511}" destId="{AC4E5EA6-759A-4C6E-82CA-67BC07CB5AB2}" srcOrd="0" destOrd="0" presId="urn:microsoft.com/office/officeart/2018/2/layout/IconVerticalSolidList"/>
    <dgm:cxn modelId="{ADAB2802-37C4-4D04-984C-EDBBE2754C9D}" type="presParOf" srcId="{F9F1B025-06E3-4F14-90EB-956618B7C65E}" destId="{80E01C96-460D-4861-9322-EF19C79B0453}" srcOrd="0" destOrd="0" presId="urn:microsoft.com/office/officeart/2018/2/layout/IconVerticalSolidList"/>
    <dgm:cxn modelId="{65B96EFB-4543-488B-A7F0-78A0FB89B74A}" type="presParOf" srcId="{80E01C96-460D-4861-9322-EF19C79B0453}" destId="{1B11B671-D79F-4440-93DF-597EC93921C6}" srcOrd="0" destOrd="0" presId="urn:microsoft.com/office/officeart/2018/2/layout/IconVerticalSolidList"/>
    <dgm:cxn modelId="{1B7F9527-B7C1-47E9-8E6F-BFA281218DDD}" type="presParOf" srcId="{80E01C96-460D-4861-9322-EF19C79B0453}" destId="{2B4F564E-3E60-4D55-BE38-C29808735497}" srcOrd="1" destOrd="0" presId="urn:microsoft.com/office/officeart/2018/2/layout/IconVerticalSolidList"/>
    <dgm:cxn modelId="{8EA31FF9-233E-4EDB-8E99-E930346C342B}" type="presParOf" srcId="{80E01C96-460D-4861-9322-EF19C79B0453}" destId="{DD274A83-E3A4-454D-AD43-9FE4661A546D}" srcOrd="2" destOrd="0" presId="urn:microsoft.com/office/officeart/2018/2/layout/IconVerticalSolidList"/>
    <dgm:cxn modelId="{D412FCA0-F08B-478D-8E42-C5003844144D}" type="presParOf" srcId="{80E01C96-460D-4861-9322-EF19C79B0453}" destId="{5812418D-AEF1-4437-AF4C-307568277577}" srcOrd="3" destOrd="0" presId="urn:microsoft.com/office/officeart/2018/2/layout/IconVerticalSolidList"/>
    <dgm:cxn modelId="{9A567781-A48E-4340-B3E4-64682A956A9C}" type="presParOf" srcId="{F9F1B025-06E3-4F14-90EB-956618B7C65E}" destId="{92F9D24C-5882-434E-8C73-9A93E3993CC3}" srcOrd="1" destOrd="0" presId="urn:microsoft.com/office/officeart/2018/2/layout/IconVerticalSolidList"/>
    <dgm:cxn modelId="{AD6CF8A5-D52A-43F1-93AC-E1439009AAAF}" type="presParOf" srcId="{F9F1B025-06E3-4F14-90EB-956618B7C65E}" destId="{576AEE70-3ECB-4CAC-BEA3-4C135CAEF3B5}" srcOrd="2" destOrd="0" presId="urn:microsoft.com/office/officeart/2018/2/layout/IconVerticalSolidList"/>
    <dgm:cxn modelId="{0CA1704C-A040-41BC-98A1-9C87BC8C20C0}" type="presParOf" srcId="{576AEE70-3ECB-4CAC-BEA3-4C135CAEF3B5}" destId="{C9E23287-24BA-47C3-999B-9BC913E67D12}" srcOrd="0" destOrd="0" presId="urn:microsoft.com/office/officeart/2018/2/layout/IconVerticalSolidList"/>
    <dgm:cxn modelId="{AA7827EC-DF5D-42C2-9E61-E392A96D0941}" type="presParOf" srcId="{576AEE70-3ECB-4CAC-BEA3-4C135CAEF3B5}" destId="{29584D07-8EFA-4473-A90C-88E31A87079C}" srcOrd="1" destOrd="0" presId="urn:microsoft.com/office/officeart/2018/2/layout/IconVerticalSolidList"/>
    <dgm:cxn modelId="{E4B496C0-F87C-4C48-B3C9-16B417159837}" type="presParOf" srcId="{576AEE70-3ECB-4CAC-BEA3-4C135CAEF3B5}" destId="{08B0780D-8B04-4EBD-9627-449476536AE2}" srcOrd="2" destOrd="0" presId="urn:microsoft.com/office/officeart/2018/2/layout/IconVerticalSolidList"/>
    <dgm:cxn modelId="{9443B567-AF60-4391-B9AC-C86F9FD9DED4}" type="presParOf" srcId="{576AEE70-3ECB-4CAC-BEA3-4C135CAEF3B5}" destId="{AC4E5EA6-759A-4C6E-82CA-67BC07CB5A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11BBD2E-7916-49DB-9BD7-1B407F7628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1F5D99-DD6B-4477-9AC8-AA1B602F597C}">
      <dgm:prSet/>
      <dgm:spPr/>
      <dgm:t>
        <a:bodyPr/>
        <a:lstStyle/>
        <a:p>
          <a:r>
            <a:rPr lang="en-GB" dirty="0"/>
            <a:t>The poke( ) method is used to write a value to a register in the DUT using a back door access.</a:t>
          </a:r>
          <a:endParaRPr lang="en-US" dirty="0"/>
        </a:p>
      </dgm:t>
    </dgm:pt>
    <dgm:pt modelId="{D0096B7B-4B3C-48F7-96A1-6507E3D0746F}" type="parTrans" cxnId="{C5D6CF4E-0FC6-4943-B4A4-65FA28B198FA}">
      <dgm:prSet/>
      <dgm:spPr/>
      <dgm:t>
        <a:bodyPr/>
        <a:lstStyle/>
        <a:p>
          <a:endParaRPr lang="en-US"/>
        </a:p>
      </dgm:t>
    </dgm:pt>
    <dgm:pt modelId="{87CCF726-2BDD-4DE4-AE40-866E6318C6D6}" type="sibTrans" cxnId="{C5D6CF4E-0FC6-4943-B4A4-65FA28B198FA}">
      <dgm:prSet/>
      <dgm:spPr/>
      <dgm:t>
        <a:bodyPr/>
        <a:lstStyle/>
        <a:p>
          <a:endParaRPr lang="en-US"/>
        </a:p>
      </dgm:t>
    </dgm:pt>
    <dgm:pt modelId="{4E2BEFED-FD0A-4B72-AD30-5AF8FB81A67D}">
      <dgm:prSet/>
      <dgm:spPr/>
      <dgm:t>
        <a:bodyPr/>
        <a:lstStyle/>
        <a:p>
          <a:r>
            <a:rPr lang="en-GB" dirty="0"/>
            <a:t>The poke( ) method allows you to modify the value of a register directly in the DUT.</a:t>
          </a:r>
          <a:endParaRPr lang="en-US" dirty="0"/>
        </a:p>
      </dgm:t>
    </dgm:pt>
    <dgm:pt modelId="{5BD8D119-6EBB-4FEA-8ADD-5C85A6D5B920}" type="parTrans" cxnId="{98C3E323-995B-4CA8-9C9B-2C53CE733BA2}">
      <dgm:prSet/>
      <dgm:spPr/>
      <dgm:t>
        <a:bodyPr/>
        <a:lstStyle/>
        <a:p>
          <a:endParaRPr lang="en-US"/>
        </a:p>
      </dgm:t>
    </dgm:pt>
    <dgm:pt modelId="{D776D219-2907-4412-848C-36B0DAE8DEE2}" type="sibTrans" cxnId="{98C3E323-995B-4CA8-9C9B-2C53CE733BA2}">
      <dgm:prSet/>
      <dgm:spPr/>
      <dgm:t>
        <a:bodyPr/>
        <a:lstStyle/>
        <a:p>
          <a:endParaRPr lang="en-US"/>
        </a:p>
      </dgm:t>
    </dgm:pt>
    <dgm:pt modelId="{715C76AA-4FF3-4A74-8FA1-34645C4F7CAB}">
      <dgm:prSet/>
      <dgm:spPr/>
      <dgm:t>
        <a:bodyPr/>
        <a:lstStyle/>
        <a:p>
          <a:r>
            <a:rPr lang="en-GB" dirty="0"/>
            <a:t>It operates on the register model's desired value, not the actual value in the DUT.</a:t>
          </a:r>
          <a:endParaRPr lang="en-US" dirty="0"/>
        </a:p>
      </dgm:t>
    </dgm:pt>
    <dgm:pt modelId="{D3703FB6-A535-4672-95C7-D56B7039B704}" type="parTrans" cxnId="{250FF14B-415F-4F5A-8C04-07ACF48643F4}">
      <dgm:prSet/>
      <dgm:spPr/>
      <dgm:t>
        <a:bodyPr/>
        <a:lstStyle/>
        <a:p>
          <a:endParaRPr lang="en-US"/>
        </a:p>
      </dgm:t>
    </dgm:pt>
    <dgm:pt modelId="{631BFB40-5E73-4EFF-AB38-51F158713A6F}" type="sibTrans" cxnId="{250FF14B-415F-4F5A-8C04-07ACF48643F4}">
      <dgm:prSet/>
      <dgm:spPr/>
      <dgm:t>
        <a:bodyPr/>
        <a:lstStyle/>
        <a:p>
          <a:endParaRPr lang="en-US"/>
        </a:p>
      </dgm:t>
    </dgm:pt>
    <dgm:pt modelId="{FE953FB4-E86B-41EB-B837-F55526F1D77D}" type="pres">
      <dgm:prSet presAssocID="{B11BBD2E-7916-49DB-9BD7-1B407F762852}" presName="linear" presStyleCnt="0">
        <dgm:presLayoutVars>
          <dgm:animLvl val="lvl"/>
          <dgm:resizeHandles val="exact"/>
        </dgm:presLayoutVars>
      </dgm:prSet>
      <dgm:spPr/>
    </dgm:pt>
    <dgm:pt modelId="{36EE3A6E-A4C5-4990-A6E9-5886885999EB}" type="pres">
      <dgm:prSet presAssocID="{AC1F5D99-DD6B-4477-9AC8-AA1B602F59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396C40-320F-4D09-9054-780407B49223}" type="pres">
      <dgm:prSet presAssocID="{87CCF726-2BDD-4DE4-AE40-866E6318C6D6}" presName="spacer" presStyleCnt="0"/>
      <dgm:spPr/>
    </dgm:pt>
    <dgm:pt modelId="{388B164C-AFDB-4838-AFED-0C781A992C13}" type="pres">
      <dgm:prSet presAssocID="{4E2BEFED-FD0A-4B72-AD30-5AF8FB81A6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0530F50-B9B3-4A41-A334-883E6C1A5198}" type="pres">
      <dgm:prSet presAssocID="{D776D219-2907-4412-848C-36B0DAE8DEE2}" presName="spacer" presStyleCnt="0"/>
      <dgm:spPr/>
    </dgm:pt>
    <dgm:pt modelId="{3199E3E7-ADAA-4000-B3D9-C74B7F1D0CF5}" type="pres">
      <dgm:prSet presAssocID="{715C76AA-4FF3-4A74-8FA1-34645C4F7CA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C3E323-995B-4CA8-9C9B-2C53CE733BA2}" srcId="{B11BBD2E-7916-49DB-9BD7-1B407F762852}" destId="{4E2BEFED-FD0A-4B72-AD30-5AF8FB81A67D}" srcOrd="1" destOrd="0" parTransId="{5BD8D119-6EBB-4FEA-8ADD-5C85A6D5B920}" sibTransId="{D776D219-2907-4412-848C-36B0DAE8DEE2}"/>
    <dgm:cxn modelId="{250FF14B-415F-4F5A-8C04-07ACF48643F4}" srcId="{B11BBD2E-7916-49DB-9BD7-1B407F762852}" destId="{715C76AA-4FF3-4A74-8FA1-34645C4F7CAB}" srcOrd="2" destOrd="0" parTransId="{D3703FB6-A535-4672-95C7-D56B7039B704}" sibTransId="{631BFB40-5E73-4EFF-AB38-51F158713A6F}"/>
    <dgm:cxn modelId="{C5D6CF4E-0FC6-4943-B4A4-65FA28B198FA}" srcId="{B11BBD2E-7916-49DB-9BD7-1B407F762852}" destId="{AC1F5D99-DD6B-4477-9AC8-AA1B602F597C}" srcOrd="0" destOrd="0" parTransId="{D0096B7B-4B3C-48F7-96A1-6507E3D0746F}" sibTransId="{87CCF726-2BDD-4DE4-AE40-866E6318C6D6}"/>
    <dgm:cxn modelId="{030FE255-47E9-4165-AE97-3BD1E3B1FB2F}" type="presOf" srcId="{4E2BEFED-FD0A-4B72-AD30-5AF8FB81A67D}" destId="{388B164C-AFDB-4838-AFED-0C781A992C13}" srcOrd="0" destOrd="0" presId="urn:microsoft.com/office/officeart/2005/8/layout/vList2"/>
    <dgm:cxn modelId="{DCE87695-07C2-4D7C-A430-C511F709732C}" type="presOf" srcId="{715C76AA-4FF3-4A74-8FA1-34645C4F7CAB}" destId="{3199E3E7-ADAA-4000-B3D9-C74B7F1D0CF5}" srcOrd="0" destOrd="0" presId="urn:microsoft.com/office/officeart/2005/8/layout/vList2"/>
    <dgm:cxn modelId="{21703DDA-898C-447D-B762-8A5A4CCA141E}" type="presOf" srcId="{B11BBD2E-7916-49DB-9BD7-1B407F762852}" destId="{FE953FB4-E86B-41EB-B837-F55526F1D77D}" srcOrd="0" destOrd="0" presId="urn:microsoft.com/office/officeart/2005/8/layout/vList2"/>
    <dgm:cxn modelId="{44B467EC-32EE-4DBA-894C-26C7EFEF1727}" type="presOf" srcId="{AC1F5D99-DD6B-4477-9AC8-AA1B602F597C}" destId="{36EE3A6E-A4C5-4990-A6E9-5886885999EB}" srcOrd="0" destOrd="0" presId="urn:microsoft.com/office/officeart/2005/8/layout/vList2"/>
    <dgm:cxn modelId="{9C43F214-003F-44A8-A8A8-ED70B34ABCB7}" type="presParOf" srcId="{FE953FB4-E86B-41EB-B837-F55526F1D77D}" destId="{36EE3A6E-A4C5-4990-A6E9-5886885999EB}" srcOrd="0" destOrd="0" presId="urn:microsoft.com/office/officeart/2005/8/layout/vList2"/>
    <dgm:cxn modelId="{4482A061-31F9-4484-AD4A-680D40C3BE98}" type="presParOf" srcId="{FE953FB4-E86B-41EB-B837-F55526F1D77D}" destId="{13396C40-320F-4D09-9054-780407B49223}" srcOrd="1" destOrd="0" presId="urn:microsoft.com/office/officeart/2005/8/layout/vList2"/>
    <dgm:cxn modelId="{85820441-EF50-4CEE-BE6D-4BD1C8D92AFC}" type="presParOf" srcId="{FE953FB4-E86B-41EB-B837-F55526F1D77D}" destId="{388B164C-AFDB-4838-AFED-0C781A992C13}" srcOrd="2" destOrd="0" presId="urn:microsoft.com/office/officeart/2005/8/layout/vList2"/>
    <dgm:cxn modelId="{45054AC8-D7A9-4231-AAEF-F577E2A28376}" type="presParOf" srcId="{FE953FB4-E86B-41EB-B837-F55526F1D77D}" destId="{B0530F50-B9B3-4A41-A334-883E6C1A5198}" srcOrd="3" destOrd="0" presId="urn:microsoft.com/office/officeart/2005/8/layout/vList2"/>
    <dgm:cxn modelId="{319829A6-3DA0-49BC-A4B2-ECC4E726A025}" type="presParOf" srcId="{FE953FB4-E86B-41EB-B837-F55526F1D77D}" destId="{3199E3E7-ADAA-4000-B3D9-C74B7F1D0CF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520C57-3AF1-42CB-95B5-34C493743DA6}">
      <dsp:nvSpPr>
        <dsp:cNvPr id="0" name=""/>
        <dsp:cNvSpPr/>
      </dsp:nvSpPr>
      <dsp:spPr>
        <a:xfrm>
          <a:off x="0" y="84068"/>
          <a:ext cx="10515600" cy="12866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Reusability – same RAL model can be used in another environments for the same design.</a:t>
          </a:r>
          <a:endParaRPr lang="en-US" sz="2300" kern="1200" dirty="0"/>
        </a:p>
      </dsp:txBody>
      <dsp:txXfrm>
        <a:off x="62808" y="146876"/>
        <a:ext cx="10389984" cy="1161018"/>
      </dsp:txXfrm>
    </dsp:sp>
    <dsp:sp modelId="{A28EBAA3-3ED0-44B8-AF6C-32A19E9C9FEE}">
      <dsp:nvSpPr>
        <dsp:cNvPr id="0" name=""/>
        <dsp:cNvSpPr/>
      </dsp:nvSpPr>
      <dsp:spPr>
        <a:xfrm>
          <a:off x="0" y="1436942"/>
          <a:ext cx="10515600" cy="12866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Once a RAL model integrated into the verification Environment , a verification engineer can access registers by using write(),read() methods.</a:t>
          </a:r>
          <a:endParaRPr lang="en-US" sz="2300" kern="1200" dirty="0"/>
        </a:p>
      </dsp:txBody>
      <dsp:txXfrm>
        <a:off x="62808" y="1499750"/>
        <a:ext cx="10389984" cy="1161018"/>
      </dsp:txXfrm>
    </dsp:sp>
    <dsp:sp modelId="{4272469A-CD82-429B-9B95-35CEABD55F31}">
      <dsp:nvSpPr>
        <dsp:cNvPr id="0" name=""/>
        <dsp:cNvSpPr/>
      </dsp:nvSpPr>
      <dsp:spPr>
        <a:xfrm>
          <a:off x="0" y="2789817"/>
          <a:ext cx="10515600" cy="12866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We have front door access and back door access in uvm ral model.</a:t>
          </a:r>
          <a:endParaRPr lang="en-US" sz="2300" kern="1200" dirty="0"/>
        </a:p>
      </dsp:txBody>
      <dsp:txXfrm>
        <a:off x="62808" y="2852625"/>
        <a:ext cx="10389984" cy="11610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8B248-4107-4CCA-82C7-F263E8CF3D20}">
      <dsp:nvSpPr>
        <dsp:cNvPr id="0" name=""/>
        <dsp:cNvSpPr/>
      </dsp:nvSpPr>
      <dsp:spPr>
        <a:xfrm>
          <a:off x="0" y="1726"/>
          <a:ext cx="10515600" cy="875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ED892-94B0-47EB-A985-BA49099A55F0}">
      <dsp:nvSpPr>
        <dsp:cNvPr id="0" name=""/>
        <dsp:cNvSpPr/>
      </dsp:nvSpPr>
      <dsp:spPr>
        <a:xfrm>
          <a:off x="264739" y="198640"/>
          <a:ext cx="481344" cy="4813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BC720-857E-440D-8E39-2F7665CDEA09}">
      <dsp:nvSpPr>
        <dsp:cNvPr id="0" name=""/>
        <dsp:cNvSpPr/>
      </dsp:nvSpPr>
      <dsp:spPr>
        <a:xfrm>
          <a:off x="1010823" y="1726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The user-defined-register is derived from uvm_reg_block.</a:t>
          </a:r>
          <a:endParaRPr lang="en-US" sz="2200" kern="1200" dirty="0"/>
        </a:p>
      </dsp:txBody>
      <dsp:txXfrm>
        <a:off x="1010823" y="1726"/>
        <a:ext cx="9504776" cy="875171"/>
      </dsp:txXfrm>
    </dsp:sp>
    <dsp:sp modelId="{2AF1C61B-A03B-429E-BBEE-90ACA1A5019B}">
      <dsp:nvSpPr>
        <dsp:cNvPr id="0" name=""/>
        <dsp:cNvSpPr/>
      </dsp:nvSpPr>
      <dsp:spPr>
        <a:xfrm>
          <a:off x="0" y="1095691"/>
          <a:ext cx="10515600" cy="875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2D922-A07B-468F-BEC6-22CDE9DDF62C}">
      <dsp:nvSpPr>
        <dsp:cNvPr id="0" name=""/>
        <dsp:cNvSpPr/>
      </dsp:nvSpPr>
      <dsp:spPr>
        <a:xfrm>
          <a:off x="264739" y="1292605"/>
          <a:ext cx="481344" cy="4813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6CFBE-A032-408F-9860-CF2116392865}">
      <dsp:nvSpPr>
        <dsp:cNvPr id="0" name=""/>
        <dsp:cNvSpPr/>
      </dsp:nvSpPr>
      <dsp:spPr>
        <a:xfrm>
          <a:off x="1010823" y="1095691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It consists of all registers, maps, register files and other register blocks.</a:t>
          </a:r>
          <a:endParaRPr lang="en-US" sz="2200" kern="1200" dirty="0"/>
        </a:p>
      </dsp:txBody>
      <dsp:txXfrm>
        <a:off x="1010823" y="1095691"/>
        <a:ext cx="9504776" cy="875171"/>
      </dsp:txXfrm>
    </dsp:sp>
    <dsp:sp modelId="{F738DBEC-5CC8-4670-B99F-CECE9D42D2B2}">
      <dsp:nvSpPr>
        <dsp:cNvPr id="0" name=""/>
        <dsp:cNvSpPr/>
      </dsp:nvSpPr>
      <dsp:spPr>
        <a:xfrm>
          <a:off x="0" y="2189656"/>
          <a:ext cx="10515600" cy="875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3AE18-CDCC-4284-8084-7E3EF82544CC}">
      <dsp:nvSpPr>
        <dsp:cNvPr id="0" name=""/>
        <dsp:cNvSpPr/>
      </dsp:nvSpPr>
      <dsp:spPr>
        <a:xfrm>
          <a:off x="264739" y="2386570"/>
          <a:ext cx="481344" cy="4813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71391-C830-490B-B02E-9E93456A38E4}">
      <dsp:nvSpPr>
        <dsp:cNvPr id="0" name=""/>
        <dsp:cNvSpPr/>
      </dsp:nvSpPr>
      <dsp:spPr>
        <a:xfrm>
          <a:off x="1010823" y="2189656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 block can have one or more address maps, each corresponding to a physical interface on the block.</a:t>
          </a:r>
          <a:endParaRPr lang="en-US" sz="2200" kern="1200" dirty="0"/>
        </a:p>
      </dsp:txBody>
      <dsp:txXfrm>
        <a:off x="1010823" y="2189656"/>
        <a:ext cx="9504776" cy="875171"/>
      </dsp:txXfrm>
    </dsp:sp>
    <dsp:sp modelId="{EE393F4E-AC9B-4E80-829F-F90B72A08C62}">
      <dsp:nvSpPr>
        <dsp:cNvPr id="0" name=""/>
        <dsp:cNvSpPr/>
      </dsp:nvSpPr>
      <dsp:spPr>
        <a:xfrm>
          <a:off x="0" y="3283621"/>
          <a:ext cx="10515600" cy="875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6BCBF-BB6B-4236-BBF2-9D7008AD29E6}">
      <dsp:nvSpPr>
        <dsp:cNvPr id="0" name=""/>
        <dsp:cNvSpPr/>
      </dsp:nvSpPr>
      <dsp:spPr>
        <a:xfrm>
          <a:off x="264739" y="3480535"/>
          <a:ext cx="481344" cy="4813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07124-E19E-4799-AB7B-AB76F26307E2}">
      <dsp:nvSpPr>
        <dsp:cNvPr id="0" name=""/>
        <dsp:cNvSpPr/>
      </dsp:nvSpPr>
      <dsp:spPr>
        <a:xfrm>
          <a:off x="1010823" y="3283621"/>
          <a:ext cx="9504776" cy="87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22" tIns="92622" rIns="92622" bIns="9262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The Rigister block at the hierarchical level provides the "Register model" as instance.</a:t>
          </a:r>
          <a:endParaRPr lang="en-US" sz="2200" kern="1200" dirty="0"/>
        </a:p>
      </dsp:txBody>
      <dsp:txXfrm>
        <a:off x="1010823" y="3283621"/>
        <a:ext cx="9504776" cy="8751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29EE0-AF72-4AFD-944B-7ED61447C828}">
      <dsp:nvSpPr>
        <dsp:cNvPr id="0" name=""/>
        <dsp:cNvSpPr/>
      </dsp:nvSpPr>
      <dsp:spPr>
        <a:xfrm>
          <a:off x="0" y="16109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The user defined register class is derived from uvm_reg.</a:t>
          </a:r>
          <a:endParaRPr lang="en-US" sz="3300" kern="1200" dirty="0"/>
        </a:p>
      </dsp:txBody>
      <dsp:txXfrm>
        <a:off x="64083" y="80192"/>
        <a:ext cx="10387434" cy="1184574"/>
      </dsp:txXfrm>
    </dsp:sp>
    <dsp:sp modelId="{16F63A25-CA77-481A-8244-37B22F628661}">
      <dsp:nvSpPr>
        <dsp:cNvPr id="0" name=""/>
        <dsp:cNvSpPr/>
      </dsp:nvSpPr>
      <dsp:spPr>
        <a:xfrm>
          <a:off x="0" y="1423889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It mimics the register of the design.</a:t>
          </a:r>
          <a:endParaRPr lang="en-US" sz="3300" kern="1200" dirty="0"/>
        </a:p>
      </dsp:txBody>
      <dsp:txXfrm>
        <a:off x="64083" y="1487972"/>
        <a:ext cx="10387434" cy="1184574"/>
      </dsp:txXfrm>
    </dsp:sp>
    <dsp:sp modelId="{30E21C84-54DD-41BA-B81B-C040F3165B68}">
      <dsp:nvSpPr>
        <dsp:cNvPr id="0" name=""/>
        <dsp:cNvSpPr/>
      </dsp:nvSpPr>
      <dsp:spPr>
        <a:xfrm>
          <a:off x="0" y="2831670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To represents fields in the register , RAL provides the uvm_reg_field class.</a:t>
          </a:r>
          <a:endParaRPr lang="en-US" sz="3300" kern="1200" dirty="0"/>
        </a:p>
      </dsp:txBody>
      <dsp:txXfrm>
        <a:off x="64083" y="2895753"/>
        <a:ext cx="10387434" cy="11845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01EED-DDD8-465C-A510-917CCDF70526}">
      <dsp:nvSpPr>
        <dsp:cNvPr id="0" name=""/>
        <dsp:cNvSpPr/>
      </dsp:nvSpPr>
      <dsp:spPr>
        <a:xfrm>
          <a:off x="0" y="31668"/>
          <a:ext cx="10515600" cy="1996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It represents the fields of the register.</a:t>
          </a:r>
          <a:endParaRPr lang="en-US" sz="3600" kern="1200" dirty="0"/>
        </a:p>
      </dsp:txBody>
      <dsp:txXfrm>
        <a:off x="97473" y="129141"/>
        <a:ext cx="10320654" cy="1801805"/>
      </dsp:txXfrm>
    </dsp:sp>
    <dsp:sp modelId="{B4EE4C12-0A4A-4981-89F0-BD71CFE6A406}">
      <dsp:nvSpPr>
        <dsp:cNvPr id="0" name=""/>
        <dsp:cNvSpPr/>
      </dsp:nvSpPr>
      <dsp:spPr>
        <a:xfrm>
          <a:off x="0" y="2132099"/>
          <a:ext cx="10515600" cy="19967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Each register can have one or more fields that can has different policies out of which RW,RO,W1C,W1S etc.</a:t>
          </a:r>
          <a:endParaRPr lang="en-US" sz="3600" kern="1200" dirty="0"/>
        </a:p>
      </dsp:txBody>
      <dsp:txXfrm>
        <a:off x="97473" y="2229572"/>
        <a:ext cx="10320654" cy="18018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B5AE4-F5C1-4661-9C5A-FBEF315C573A}">
      <dsp:nvSpPr>
        <dsp:cNvPr id="0" name=""/>
        <dsp:cNvSpPr/>
      </dsp:nvSpPr>
      <dsp:spPr>
        <a:xfrm>
          <a:off x="0" y="507"/>
          <a:ext cx="10515600" cy="11884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5157E-EC34-425D-9A39-9785975977DC}">
      <dsp:nvSpPr>
        <dsp:cNvPr id="0" name=""/>
        <dsp:cNvSpPr/>
      </dsp:nvSpPr>
      <dsp:spPr>
        <a:xfrm>
          <a:off x="359500" y="267904"/>
          <a:ext cx="653636" cy="6536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40174-5C6A-4666-BE70-9513461E9167}">
      <dsp:nvSpPr>
        <dsp:cNvPr id="0" name=""/>
        <dsp:cNvSpPr/>
      </dsp:nvSpPr>
      <dsp:spPr>
        <a:xfrm>
          <a:off x="1372636" y="507"/>
          <a:ext cx="9142963" cy="1188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75" tIns="125775" rIns="125775" bIns="1257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UVM_RAL supports memory implementation</a:t>
          </a:r>
          <a:endParaRPr lang="en-US" sz="2500" kern="1200" dirty="0"/>
        </a:p>
      </dsp:txBody>
      <dsp:txXfrm>
        <a:off x="1372636" y="507"/>
        <a:ext cx="9142963" cy="1188429"/>
      </dsp:txXfrm>
    </dsp:sp>
    <dsp:sp modelId="{F19A952C-4945-484E-B966-D6E3C0B23FD0}">
      <dsp:nvSpPr>
        <dsp:cNvPr id="0" name=""/>
        <dsp:cNvSpPr/>
      </dsp:nvSpPr>
      <dsp:spPr>
        <a:xfrm>
          <a:off x="0" y="1486045"/>
          <a:ext cx="10515600" cy="11884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67849-6E9B-4EB4-B52A-0E1332495A8F}">
      <dsp:nvSpPr>
        <dsp:cNvPr id="0" name=""/>
        <dsp:cNvSpPr/>
      </dsp:nvSpPr>
      <dsp:spPr>
        <a:xfrm>
          <a:off x="359500" y="1753441"/>
          <a:ext cx="653636" cy="6536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9E6EA-DD81-4558-9B4D-13861F7923F6}">
      <dsp:nvSpPr>
        <dsp:cNvPr id="0" name=""/>
        <dsp:cNvSpPr/>
      </dsp:nvSpPr>
      <dsp:spPr>
        <a:xfrm>
          <a:off x="1372636" y="1486045"/>
          <a:ext cx="9142963" cy="1188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75" tIns="125775" rIns="125775" bIns="1257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As uvm_reg mimics registers of DUT similarly, uvm_mem mimics the memory of DUT.</a:t>
          </a:r>
          <a:endParaRPr lang="en-US" sz="2500" kern="1200" dirty="0"/>
        </a:p>
      </dsp:txBody>
      <dsp:txXfrm>
        <a:off x="1372636" y="1486045"/>
        <a:ext cx="9142963" cy="1188429"/>
      </dsp:txXfrm>
    </dsp:sp>
    <dsp:sp modelId="{B56C30E4-991E-4E86-9288-CFDF6A72FA6C}">
      <dsp:nvSpPr>
        <dsp:cNvPr id="0" name=""/>
        <dsp:cNvSpPr/>
      </dsp:nvSpPr>
      <dsp:spPr>
        <a:xfrm>
          <a:off x="0" y="2971582"/>
          <a:ext cx="10515600" cy="11884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74C7A-E731-46E7-8A1A-D0C8A9BA4B04}">
      <dsp:nvSpPr>
        <dsp:cNvPr id="0" name=""/>
        <dsp:cNvSpPr/>
      </dsp:nvSpPr>
      <dsp:spPr>
        <a:xfrm>
          <a:off x="359500" y="3238979"/>
          <a:ext cx="653636" cy="6536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891A5-F8A5-4288-8CCC-906F48CFAAA6}">
      <dsp:nvSpPr>
        <dsp:cNvPr id="0" name=""/>
        <dsp:cNvSpPr/>
      </dsp:nvSpPr>
      <dsp:spPr>
        <a:xfrm>
          <a:off x="1372636" y="2971582"/>
          <a:ext cx="9142963" cy="1188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75" tIns="125775" rIns="125775" bIns="1257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 following are the uvm_mem methods.</a:t>
          </a:r>
          <a:endParaRPr lang="en-US" sz="2500" kern="1200" dirty="0"/>
        </a:p>
      </dsp:txBody>
      <dsp:txXfrm>
        <a:off x="1372636" y="2971582"/>
        <a:ext cx="9142963" cy="11884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88C18-4E2C-4754-9E88-90626BC2778D}">
      <dsp:nvSpPr>
        <dsp:cNvPr id="0" name=""/>
        <dsp:cNvSpPr/>
      </dsp:nvSpPr>
      <dsp:spPr>
        <a:xfrm>
          <a:off x="0" y="676084"/>
          <a:ext cx="10515600" cy="1248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0339F-47F5-40D5-92A5-A62FE9E6651A}">
      <dsp:nvSpPr>
        <dsp:cNvPr id="0" name=""/>
        <dsp:cNvSpPr/>
      </dsp:nvSpPr>
      <dsp:spPr>
        <a:xfrm>
          <a:off x="377567" y="956919"/>
          <a:ext cx="686485" cy="6864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26C2B-4B97-4737-91EE-338721CB10D9}">
      <dsp:nvSpPr>
        <dsp:cNvPr id="0" name=""/>
        <dsp:cNvSpPr/>
      </dsp:nvSpPr>
      <dsp:spPr>
        <a:xfrm>
          <a:off x="1441620" y="676084"/>
          <a:ext cx="9073979" cy="124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097" tIns="132097" rIns="132097" bIns="1320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 user defined uvm reg map is abase class used to access the model via specific interface/bus.</a:t>
          </a:r>
          <a:endParaRPr lang="en-US" sz="2500" kern="1200" dirty="0"/>
        </a:p>
      </dsp:txBody>
      <dsp:txXfrm>
        <a:off x="1441620" y="676084"/>
        <a:ext cx="9073979" cy="1248156"/>
      </dsp:txXfrm>
    </dsp:sp>
    <dsp:sp modelId="{4AAFAD71-0214-4C93-AF76-1485DFAF6652}">
      <dsp:nvSpPr>
        <dsp:cNvPr id="0" name=""/>
        <dsp:cNvSpPr/>
      </dsp:nvSpPr>
      <dsp:spPr>
        <a:xfrm>
          <a:off x="0" y="2236279"/>
          <a:ext cx="10515600" cy="1248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5DDFA-8315-4F25-BDDD-1339613C99F7}">
      <dsp:nvSpPr>
        <dsp:cNvPr id="0" name=""/>
        <dsp:cNvSpPr/>
      </dsp:nvSpPr>
      <dsp:spPr>
        <a:xfrm>
          <a:off x="377567" y="2517114"/>
          <a:ext cx="686485" cy="6864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1DD7A-B3C0-4BD3-B994-9CD538D546E1}">
      <dsp:nvSpPr>
        <dsp:cNvPr id="0" name=""/>
        <dsp:cNvSpPr/>
      </dsp:nvSpPr>
      <dsp:spPr>
        <a:xfrm>
          <a:off x="1441620" y="2236279"/>
          <a:ext cx="9073979" cy="124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097" tIns="132097" rIns="132097" bIns="1320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The following are the uvm reg map methods.</a:t>
          </a:r>
          <a:endParaRPr lang="en-US" sz="2500" kern="1200" dirty="0"/>
        </a:p>
      </dsp:txBody>
      <dsp:txXfrm>
        <a:off x="1441620" y="2236279"/>
        <a:ext cx="9073979" cy="12481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61145-8D5B-4075-B46F-2A8F74880F2B}">
      <dsp:nvSpPr>
        <dsp:cNvPr id="0" name=""/>
        <dsp:cNvSpPr/>
      </dsp:nvSpPr>
      <dsp:spPr>
        <a:xfrm>
          <a:off x="0" y="67140"/>
          <a:ext cx="10515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The uvm register model methods like the write() and read() deals with the register transactions.</a:t>
          </a:r>
          <a:endParaRPr lang="en-US" sz="2400" kern="1200" dirty="0"/>
        </a:p>
      </dsp:txBody>
      <dsp:txXfrm>
        <a:off x="46606" y="113746"/>
        <a:ext cx="10422388" cy="861507"/>
      </dsp:txXfrm>
    </dsp:sp>
    <dsp:sp modelId="{903BF169-3D2D-49F3-890D-FC359A71E0C2}">
      <dsp:nvSpPr>
        <dsp:cNvPr id="0" name=""/>
        <dsp:cNvSpPr/>
      </dsp:nvSpPr>
      <dsp:spPr>
        <a:xfrm>
          <a:off x="0" y="1090980"/>
          <a:ext cx="10515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DUT accepts or sends signal level transactions from/to the testbench by an interface.</a:t>
          </a:r>
          <a:endParaRPr lang="en-US" sz="2400" kern="1200" dirty="0"/>
        </a:p>
      </dsp:txBody>
      <dsp:txXfrm>
        <a:off x="46606" y="1137586"/>
        <a:ext cx="10422388" cy="861507"/>
      </dsp:txXfrm>
    </dsp:sp>
    <dsp:sp modelId="{568554C8-F474-419A-9BBA-D6B4FEE32D27}">
      <dsp:nvSpPr>
        <dsp:cNvPr id="0" name=""/>
        <dsp:cNvSpPr/>
      </dsp:nvSpPr>
      <dsp:spPr>
        <a:xfrm>
          <a:off x="0" y="2114820"/>
          <a:ext cx="10515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Hence there is a requirement to convert register transactions to bus transactions and vice versa.</a:t>
          </a:r>
          <a:endParaRPr lang="en-US" sz="2400" kern="1200" dirty="0"/>
        </a:p>
      </dsp:txBody>
      <dsp:txXfrm>
        <a:off x="46606" y="2161426"/>
        <a:ext cx="10422388" cy="861507"/>
      </dsp:txXfrm>
    </dsp:sp>
    <dsp:sp modelId="{5B91D5CE-6B69-4346-B7A3-8A86DFF44B65}">
      <dsp:nvSpPr>
        <dsp:cNvPr id="0" name=""/>
        <dsp:cNvSpPr/>
      </dsp:nvSpPr>
      <dsp:spPr>
        <a:xfrm>
          <a:off x="0" y="3138660"/>
          <a:ext cx="105156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This is full filled by the "Register Adapter", the user defined adapter class is derived from the uvm_reg_adapter base class.</a:t>
          </a:r>
          <a:endParaRPr lang="en-US" sz="2400" kern="1200" dirty="0"/>
        </a:p>
      </dsp:txBody>
      <dsp:txXfrm>
        <a:off x="46606" y="3185266"/>
        <a:ext cx="10422388" cy="8615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F735B-9E5A-4866-A809-5481D377E538}">
      <dsp:nvSpPr>
        <dsp:cNvPr id="0" name=""/>
        <dsp:cNvSpPr/>
      </dsp:nvSpPr>
      <dsp:spPr>
        <a:xfrm>
          <a:off x="0" y="76499"/>
          <a:ext cx="10515600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Every front door access operation read() or write() method calls passes through reg2bus and bus2reg API. A user must implement these two methods.</a:t>
          </a:r>
          <a:endParaRPr lang="en-US" sz="2300" kern="1200" dirty="0"/>
        </a:p>
      </dsp:txBody>
      <dsp:txXfrm>
        <a:off x="63055" y="139554"/>
        <a:ext cx="10389490" cy="1165570"/>
      </dsp:txXfrm>
    </dsp:sp>
    <dsp:sp modelId="{08A60887-E735-42E2-8C55-BFD48490578D}">
      <dsp:nvSpPr>
        <dsp:cNvPr id="0" name=""/>
        <dsp:cNvSpPr/>
      </dsp:nvSpPr>
      <dsp:spPr>
        <a:xfrm>
          <a:off x="0" y="1434419"/>
          <a:ext cx="10515600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Reg2bus :- It converts register transactions to bus transactions.</a:t>
          </a:r>
          <a:endParaRPr lang="en-US" sz="2300" kern="1200" dirty="0"/>
        </a:p>
      </dsp:txBody>
      <dsp:txXfrm>
        <a:off x="63055" y="1497474"/>
        <a:ext cx="10389490" cy="1165570"/>
      </dsp:txXfrm>
    </dsp:sp>
    <dsp:sp modelId="{44C448AB-1558-4335-9A1B-D4E8FF741060}">
      <dsp:nvSpPr>
        <dsp:cNvPr id="0" name=""/>
        <dsp:cNvSpPr/>
      </dsp:nvSpPr>
      <dsp:spPr>
        <a:xfrm>
          <a:off x="0" y="2792340"/>
          <a:ext cx="10515600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Bus2reg :- It converts bus transactions to reg transactions.</a:t>
          </a:r>
          <a:endParaRPr lang="en-US" sz="2300" kern="1200" dirty="0"/>
        </a:p>
      </dsp:txBody>
      <dsp:txXfrm>
        <a:off x="63055" y="2855395"/>
        <a:ext cx="10389490" cy="11655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802AF-031C-490F-B5ED-2C2AD8EA34FC}">
      <dsp:nvSpPr>
        <dsp:cNvPr id="0" name=""/>
        <dsp:cNvSpPr/>
      </dsp:nvSpPr>
      <dsp:spPr>
        <a:xfrm>
          <a:off x="0" y="186480"/>
          <a:ext cx="105156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The UVM RAL predictor is a component that updates mirror values based on transactions on a physical interface for which UVM provides the "uvm_reg_predictor" base calss.</a:t>
          </a:r>
          <a:endParaRPr lang="en-US" sz="1800" kern="1200" dirty="0"/>
        </a:p>
      </dsp:txBody>
      <dsp:txXfrm>
        <a:off x="34954" y="221434"/>
        <a:ext cx="10445692" cy="646132"/>
      </dsp:txXfrm>
    </dsp:sp>
    <dsp:sp modelId="{AB0A3B93-4F01-49A2-87A8-BC23C6AD633B}">
      <dsp:nvSpPr>
        <dsp:cNvPr id="0" name=""/>
        <dsp:cNvSpPr/>
      </dsp:nvSpPr>
      <dsp:spPr>
        <a:xfrm>
          <a:off x="0" y="954360"/>
          <a:ext cx="105156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In front door access, UVM RAL provides three models for the predictor as</a:t>
          </a:r>
          <a:endParaRPr lang="en-US" sz="1800" kern="1200" dirty="0"/>
        </a:p>
      </dsp:txBody>
      <dsp:txXfrm>
        <a:off x="34954" y="989314"/>
        <a:ext cx="10445692" cy="646132"/>
      </dsp:txXfrm>
    </dsp:sp>
    <dsp:sp modelId="{AFCC4B41-7A2D-4533-AD58-426A25E3EFC8}">
      <dsp:nvSpPr>
        <dsp:cNvPr id="0" name=""/>
        <dsp:cNvSpPr/>
      </dsp:nvSpPr>
      <dsp:spPr>
        <a:xfrm>
          <a:off x="0" y="1722240"/>
          <a:ext cx="105156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Implicit(auto)Prediction.</a:t>
          </a:r>
          <a:endParaRPr lang="en-US" sz="1800" kern="1200" dirty="0"/>
        </a:p>
      </dsp:txBody>
      <dsp:txXfrm>
        <a:off x="34954" y="1757194"/>
        <a:ext cx="10445692" cy="646132"/>
      </dsp:txXfrm>
    </dsp:sp>
    <dsp:sp modelId="{15549D86-64EF-4007-84C3-40F566A11CD0}">
      <dsp:nvSpPr>
        <dsp:cNvPr id="0" name=""/>
        <dsp:cNvSpPr/>
      </dsp:nvSpPr>
      <dsp:spPr>
        <a:xfrm>
          <a:off x="0" y="2490119"/>
          <a:ext cx="105156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Explicit Prediction.</a:t>
          </a:r>
          <a:endParaRPr lang="en-US" sz="1800" kern="1200" dirty="0"/>
        </a:p>
      </dsp:txBody>
      <dsp:txXfrm>
        <a:off x="34954" y="2525073"/>
        <a:ext cx="10445692" cy="646132"/>
      </dsp:txXfrm>
    </dsp:sp>
    <dsp:sp modelId="{88FFB740-0880-4251-ABD8-7B425A8B81BB}">
      <dsp:nvSpPr>
        <dsp:cNvPr id="0" name=""/>
        <dsp:cNvSpPr/>
      </dsp:nvSpPr>
      <dsp:spPr>
        <a:xfrm>
          <a:off x="0" y="3258000"/>
          <a:ext cx="105156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Passive Prediction.</a:t>
          </a:r>
          <a:endParaRPr lang="en-US" sz="1800" kern="1200" dirty="0"/>
        </a:p>
      </dsp:txBody>
      <dsp:txXfrm>
        <a:off x="34954" y="3292954"/>
        <a:ext cx="10445692" cy="6461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59DCA-47FB-4C1D-B849-556BAC800920}">
      <dsp:nvSpPr>
        <dsp:cNvPr id="0" name=""/>
        <dsp:cNvSpPr/>
      </dsp:nvSpPr>
      <dsp:spPr>
        <a:xfrm>
          <a:off x="2103120" y="1919"/>
          <a:ext cx="8412480" cy="994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52583" rIns="163225" bIns="25258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 auto prediction, front door access methods automatically call a predict() method for any transaction happening over a bus i.e. reading data from a register or writing data to the register at the end of the clock cycle.</a:t>
          </a:r>
        </a:p>
      </dsp:txBody>
      <dsp:txXfrm>
        <a:off x="2103120" y="1919"/>
        <a:ext cx="8412480" cy="994421"/>
      </dsp:txXfrm>
    </dsp:sp>
    <dsp:sp modelId="{20FE754C-BD7C-4D76-8D13-1ADCAD59D37B}">
      <dsp:nvSpPr>
        <dsp:cNvPr id="0" name=""/>
        <dsp:cNvSpPr/>
      </dsp:nvSpPr>
      <dsp:spPr>
        <a:xfrm>
          <a:off x="0" y="1919"/>
          <a:ext cx="2103120" cy="994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98227" rIns="111290" bIns="9822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Auto</a:t>
          </a:r>
        </a:p>
      </dsp:txBody>
      <dsp:txXfrm>
        <a:off x="0" y="1919"/>
        <a:ext cx="2103120" cy="994421"/>
      </dsp:txXfrm>
    </dsp:sp>
    <dsp:sp modelId="{5849EC6C-37DB-4C8C-A358-31249B823FD7}">
      <dsp:nvSpPr>
        <dsp:cNvPr id="0" name=""/>
        <dsp:cNvSpPr/>
      </dsp:nvSpPr>
      <dsp:spPr>
        <a:xfrm>
          <a:off x="2103120" y="1056006"/>
          <a:ext cx="8412480" cy="994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52583" rIns="163225" bIns="25258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To enable auto prediction : call set_auto_predict() method. The RAL model fails to update if method returns UVM_NOT_OK status.</a:t>
          </a:r>
        </a:p>
      </dsp:txBody>
      <dsp:txXfrm>
        <a:off x="2103120" y="1056006"/>
        <a:ext cx="8412480" cy="994421"/>
      </dsp:txXfrm>
    </dsp:sp>
    <dsp:sp modelId="{1CCFC5EF-9B63-480D-B8F8-73E61F6DE269}">
      <dsp:nvSpPr>
        <dsp:cNvPr id="0" name=""/>
        <dsp:cNvSpPr/>
      </dsp:nvSpPr>
      <dsp:spPr>
        <a:xfrm>
          <a:off x="0" y="1056006"/>
          <a:ext cx="2103120" cy="994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98227" rIns="111290" bIns="9822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Auto</a:t>
          </a:r>
        </a:p>
      </dsp:txBody>
      <dsp:txXfrm>
        <a:off x="0" y="1056006"/>
        <a:ext cx="2103120" cy="994421"/>
      </dsp:txXfrm>
    </dsp:sp>
    <dsp:sp modelId="{5FDC3084-34E2-4D5B-942C-8D77485452A3}">
      <dsp:nvSpPr>
        <dsp:cNvPr id="0" name=""/>
        <dsp:cNvSpPr/>
      </dsp:nvSpPr>
      <dsp:spPr>
        <a:xfrm>
          <a:off x="2103120" y="2110092"/>
          <a:ext cx="8412480" cy="994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52583" rIns="163225" bIns="25258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Advantage :- Simple Implementation.</a:t>
          </a:r>
        </a:p>
      </dsp:txBody>
      <dsp:txXfrm>
        <a:off x="2103120" y="2110092"/>
        <a:ext cx="8412480" cy="994421"/>
      </dsp:txXfrm>
    </dsp:sp>
    <dsp:sp modelId="{96B76634-E345-41BB-9A67-9E60D294E2F3}">
      <dsp:nvSpPr>
        <dsp:cNvPr id="0" name=""/>
        <dsp:cNvSpPr/>
      </dsp:nvSpPr>
      <dsp:spPr>
        <a:xfrm>
          <a:off x="0" y="2110092"/>
          <a:ext cx="2103120" cy="994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98227" rIns="111290" bIns="9822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Advantage</a:t>
          </a:r>
        </a:p>
      </dsp:txBody>
      <dsp:txXfrm>
        <a:off x="0" y="2110092"/>
        <a:ext cx="2103120" cy="994421"/>
      </dsp:txXfrm>
    </dsp:sp>
    <dsp:sp modelId="{A29FA776-7B24-43D3-9FEF-4BA9CE43BBAE}">
      <dsp:nvSpPr>
        <dsp:cNvPr id="0" name=""/>
        <dsp:cNvSpPr/>
      </dsp:nvSpPr>
      <dsp:spPr>
        <a:xfrm>
          <a:off x="2103120" y="3164179"/>
          <a:ext cx="8412480" cy="99442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52583" rIns="163225" bIns="25258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Disadvantage :- It can't update the register model if register sequences are written to access DUT registers.</a:t>
          </a:r>
        </a:p>
      </dsp:txBody>
      <dsp:txXfrm>
        <a:off x="2103120" y="3164179"/>
        <a:ext cx="8412480" cy="994421"/>
      </dsp:txXfrm>
    </dsp:sp>
    <dsp:sp modelId="{D73E6AD9-43CB-4977-B2D2-0DFF48C96095}">
      <dsp:nvSpPr>
        <dsp:cNvPr id="0" name=""/>
        <dsp:cNvSpPr/>
      </dsp:nvSpPr>
      <dsp:spPr>
        <a:xfrm>
          <a:off x="0" y="3164179"/>
          <a:ext cx="2103120" cy="9944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98227" rIns="111290" bIns="9822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Disadvantage</a:t>
          </a:r>
        </a:p>
      </dsp:txBody>
      <dsp:txXfrm>
        <a:off x="0" y="3164179"/>
        <a:ext cx="2103120" cy="99442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A4D25-6792-4745-91CF-57B524E9AC28}">
      <dsp:nvSpPr>
        <dsp:cNvPr id="0" name=""/>
        <dsp:cNvSpPr/>
      </dsp:nvSpPr>
      <dsp:spPr>
        <a:xfrm>
          <a:off x="0" y="396899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It is the default mode of prediction that involves an explicit external predictor component that snoop for bus transactions and calls the predict() method to update its mirrored register value.</a:t>
          </a:r>
          <a:endParaRPr lang="en-US" sz="1600" kern="1200" dirty="0"/>
        </a:p>
      </dsp:txBody>
      <dsp:txXfrm>
        <a:off x="31070" y="427969"/>
        <a:ext cx="10453460" cy="574340"/>
      </dsp:txXfrm>
    </dsp:sp>
    <dsp:sp modelId="{A43D733B-0CE3-4413-B584-6065D0E7CACD}">
      <dsp:nvSpPr>
        <dsp:cNvPr id="0" name=""/>
        <dsp:cNvSpPr/>
      </dsp:nvSpPr>
      <dsp:spPr>
        <a:xfrm>
          <a:off x="0" y="1079459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Since it directly interacts with bus transactions, it requires a register adapter to convert bus transactions into a register transaction.</a:t>
          </a:r>
          <a:endParaRPr lang="en-US" sz="1600" kern="1200" dirty="0"/>
        </a:p>
      </dsp:txBody>
      <dsp:txXfrm>
        <a:off x="31070" y="1110529"/>
        <a:ext cx="10453460" cy="574340"/>
      </dsp:txXfrm>
    </dsp:sp>
    <dsp:sp modelId="{10591E9F-AECC-4268-9A6A-FC70949E3BD7}">
      <dsp:nvSpPr>
        <dsp:cNvPr id="0" name=""/>
        <dsp:cNvSpPr/>
      </dsp:nvSpPr>
      <dsp:spPr>
        <a:xfrm>
          <a:off x="0" y="1762019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To enable explicit prediction : It is enabled by default.</a:t>
          </a:r>
          <a:endParaRPr lang="en-US" sz="1600" kern="1200" dirty="0"/>
        </a:p>
      </dsp:txBody>
      <dsp:txXfrm>
        <a:off x="31070" y="1793089"/>
        <a:ext cx="10453460" cy="574340"/>
      </dsp:txXfrm>
    </dsp:sp>
    <dsp:sp modelId="{307016D5-561A-4297-8B5F-F26681F68B25}">
      <dsp:nvSpPr>
        <dsp:cNvPr id="0" name=""/>
        <dsp:cNvSpPr/>
      </dsp:nvSpPr>
      <dsp:spPr>
        <a:xfrm>
          <a:off x="0" y="2444580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Advantage :- This mode keeps the register model updated for transaction over the target bus interface.</a:t>
          </a:r>
          <a:endParaRPr lang="en-US" sz="1600" kern="1200" dirty="0"/>
        </a:p>
      </dsp:txBody>
      <dsp:txXfrm>
        <a:off x="31070" y="2475650"/>
        <a:ext cx="10453460" cy="574340"/>
      </dsp:txXfrm>
    </dsp:sp>
    <dsp:sp modelId="{F3E1B5E8-F6CC-40CD-82C4-2199A60D8A06}">
      <dsp:nvSpPr>
        <dsp:cNvPr id="0" name=""/>
        <dsp:cNvSpPr/>
      </dsp:nvSpPr>
      <dsp:spPr>
        <a:xfrm>
          <a:off x="0" y="3127140"/>
          <a:ext cx="105156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Disadvantage :- Extra predictor component  has to instance, configure and connect.</a:t>
          </a:r>
          <a:endParaRPr lang="en-US" sz="1600" kern="1200" dirty="0"/>
        </a:p>
      </dsp:txBody>
      <dsp:txXfrm>
        <a:off x="31070" y="3158210"/>
        <a:ext cx="10453460" cy="5743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77A23-3380-431F-832D-C0E259E93AAC}">
      <dsp:nvSpPr>
        <dsp:cNvPr id="0" name=""/>
        <dsp:cNvSpPr/>
      </dsp:nvSpPr>
      <dsp:spPr>
        <a:xfrm>
          <a:off x="0" y="76499"/>
          <a:ext cx="10515600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 passive prediction is similar to an explicit prediction that uses a predictor component except the front door register access methods can't be used.</a:t>
          </a:r>
          <a:endParaRPr lang="en-US" sz="2300" kern="1200" dirty="0"/>
        </a:p>
      </dsp:txBody>
      <dsp:txXfrm>
        <a:off x="63055" y="139554"/>
        <a:ext cx="10389490" cy="1165570"/>
      </dsp:txXfrm>
    </dsp:sp>
    <dsp:sp modelId="{560D5CAA-0A5D-446A-88E9-4848179D3743}">
      <dsp:nvSpPr>
        <dsp:cNvPr id="0" name=""/>
        <dsp:cNvSpPr/>
      </dsp:nvSpPr>
      <dsp:spPr>
        <a:xfrm>
          <a:off x="0" y="1434419"/>
          <a:ext cx="10515600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Advantage :- This mode keeps the register model updated for transaction over the target bus interface.</a:t>
          </a:r>
          <a:endParaRPr lang="en-US" sz="2300" kern="1200" dirty="0"/>
        </a:p>
      </dsp:txBody>
      <dsp:txXfrm>
        <a:off x="63055" y="1497474"/>
        <a:ext cx="10389490" cy="1165570"/>
      </dsp:txXfrm>
    </dsp:sp>
    <dsp:sp modelId="{3F430E37-3A32-4E82-A123-9DC5C47D103E}">
      <dsp:nvSpPr>
        <dsp:cNvPr id="0" name=""/>
        <dsp:cNvSpPr/>
      </dsp:nvSpPr>
      <dsp:spPr>
        <a:xfrm>
          <a:off x="0" y="2792340"/>
          <a:ext cx="10515600" cy="129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Disadvantage :- front door register access methods can't be used. Only backdoor access is possible. Hence it is rarely used.</a:t>
          </a:r>
          <a:endParaRPr lang="en-US" sz="2300" kern="1200" dirty="0"/>
        </a:p>
      </dsp:txBody>
      <dsp:txXfrm>
        <a:off x="63055" y="2855395"/>
        <a:ext cx="10389490" cy="116557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B20FB-454B-4107-8C2E-ACA8F994A21B}">
      <dsp:nvSpPr>
        <dsp:cNvPr id="0" name=""/>
        <dsp:cNvSpPr/>
      </dsp:nvSpPr>
      <dsp:spPr>
        <a:xfrm>
          <a:off x="0" y="16109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Set( ) method updates desired value and does not write the register of the DUT.</a:t>
          </a:r>
          <a:endParaRPr lang="en-US" sz="3300" kern="1200" dirty="0"/>
        </a:p>
      </dsp:txBody>
      <dsp:txXfrm>
        <a:off x="64083" y="80192"/>
        <a:ext cx="10387434" cy="1184574"/>
      </dsp:txXfrm>
    </dsp:sp>
    <dsp:sp modelId="{6C6DB035-06E4-4BC4-9407-63809B718719}">
      <dsp:nvSpPr>
        <dsp:cNvPr id="0" name=""/>
        <dsp:cNvSpPr/>
      </dsp:nvSpPr>
      <dsp:spPr>
        <a:xfrm>
          <a:off x="0" y="1423889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To update the desired value to the DUT register.</a:t>
          </a:r>
          <a:endParaRPr lang="en-US" sz="3300" kern="1200" dirty="0"/>
        </a:p>
      </dsp:txBody>
      <dsp:txXfrm>
        <a:off x="64083" y="1487972"/>
        <a:ext cx="10387434" cy="1184574"/>
      </dsp:txXfrm>
    </dsp:sp>
    <dsp:sp modelId="{08534E13-C9E7-4B2F-A915-8B5AD6CAFAC6}">
      <dsp:nvSpPr>
        <dsp:cNvPr id="0" name=""/>
        <dsp:cNvSpPr/>
      </dsp:nvSpPr>
      <dsp:spPr>
        <a:xfrm>
          <a:off x="0" y="2831670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The update( ) method can be used.</a:t>
          </a:r>
          <a:endParaRPr lang="en-US" sz="3300" kern="1200" dirty="0"/>
        </a:p>
      </dsp:txBody>
      <dsp:txXfrm>
        <a:off x="64083" y="2895753"/>
        <a:ext cx="10387434" cy="118457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92F61-A5D1-45BF-94D2-CA6A846AA14E}">
      <dsp:nvSpPr>
        <dsp:cNvPr id="0" name=""/>
        <dsp:cNvSpPr/>
      </dsp:nvSpPr>
      <dsp:spPr>
        <a:xfrm>
          <a:off x="0" y="7297"/>
          <a:ext cx="10515600" cy="1347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Mirror( ) method behaves the same as the read() method, additionally it compares the value with mirrored value if check argument = UVM_CHECK.</a:t>
          </a:r>
          <a:endParaRPr lang="en-US" sz="2400" kern="1200" dirty="0"/>
        </a:p>
      </dsp:txBody>
      <dsp:txXfrm>
        <a:off x="65796" y="73093"/>
        <a:ext cx="10384008" cy="1216248"/>
      </dsp:txXfrm>
    </dsp:sp>
    <dsp:sp modelId="{FC8C95CA-5454-4E2F-9A85-12A0FDD20595}">
      <dsp:nvSpPr>
        <dsp:cNvPr id="0" name=""/>
        <dsp:cNvSpPr/>
      </dsp:nvSpPr>
      <dsp:spPr>
        <a:xfrm>
          <a:off x="0" y="1424258"/>
          <a:ext cx="10515600" cy="1347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An error is reported if the mirrored value differs from the read value of the DUT.</a:t>
          </a:r>
          <a:endParaRPr lang="en-US" sz="2400" kern="1200" dirty="0"/>
        </a:p>
      </dsp:txBody>
      <dsp:txXfrm>
        <a:off x="65796" y="1490054"/>
        <a:ext cx="10384008" cy="121624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1B671-D79F-4440-93DF-597EC93921C6}">
      <dsp:nvSpPr>
        <dsp:cNvPr id="0" name=""/>
        <dsp:cNvSpPr/>
      </dsp:nvSpPr>
      <dsp:spPr>
        <a:xfrm>
          <a:off x="0" y="426499"/>
          <a:ext cx="10515600" cy="7873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F564E-3E60-4D55-BE38-C29808735497}">
      <dsp:nvSpPr>
        <dsp:cNvPr id="0" name=""/>
        <dsp:cNvSpPr/>
      </dsp:nvSpPr>
      <dsp:spPr>
        <a:xfrm>
          <a:off x="238183" y="603661"/>
          <a:ext cx="433061" cy="4330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2418D-AEF1-4437-AF4C-307568277577}">
      <dsp:nvSpPr>
        <dsp:cNvPr id="0" name=""/>
        <dsp:cNvSpPr/>
      </dsp:nvSpPr>
      <dsp:spPr>
        <a:xfrm>
          <a:off x="909428" y="426499"/>
          <a:ext cx="9606171" cy="78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331" tIns="83331" rIns="83331" bIns="833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The peek( ) method is used to read the actual value of a register from the DUT using a back door access.</a:t>
          </a:r>
          <a:endParaRPr lang="en-US" sz="1900" kern="1200" dirty="0"/>
        </a:p>
      </dsp:txBody>
      <dsp:txXfrm>
        <a:off x="909428" y="426499"/>
        <a:ext cx="9606171" cy="787384"/>
      </dsp:txXfrm>
    </dsp:sp>
    <dsp:sp modelId="{C9E23287-24BA-47C3-999B-9BC913E67D12}">
      <dsp:nvSpPr>
        <dsp:cNvPr id="0" name=""/>
        <dsp:cNvSpPr/>
      </dsp:nvSpPr>
      <dsp:spPr>
        <a:xfrm>
          <a:off x="0" y="1410730"/>
          <a:ext cx="10515600" cy="7873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84D07-8EFA-4473-A90C-88E31A87079C}">
      <dsp:nvSpPr>
        <dsp:cNvPr id="0" name=""/>
        <dsp:cNvSpPr/>
      </dsp:nvSpPr>
      <dsp:spPr>
        <a:xfrm>
          <a:off x="238183" y="1587891"/>
          <a:ext cx="433061" cy="4330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E5EA6-759A-4C6E-82CA-67BC07CB5AB2}">
      <dsp:nvSpPr>
        <dsp:cNvPr id="0" name=""/>
        <dsp:cNvSpPr/>
      </dsp:nvSpPr>
      <dsp:spPr>
        <a:xfrm>
          <a:off x="909428" y="1410730"/>
          <a:ext cx="9606171" cy="787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331" tIns="83331" rIns="83331" bIns="833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The peek( ) method allows you to retrieve the current value of a register directly from DUT.</a:t>
          </a:r>
          <a:endParaRPr lang="en-US" sz="1900" kern="1200" dirty="0"/>
        </a:p>
      </dsp:txBody>
      <dsp:txXfrm>
        <a:off x="909428" y="1410730"/>
        <a:ext cx="9606171" cy="78738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E3A6E-A4C5-4990-A6E9-5886885999EB}">
      <dsp:nvSpPr>
        <dsp:cNvPr id="0" name=""/>
        <dsp:cNvSpPr/>
      </dsp:nvSpPr>
      <dsp:spPr>
        <a:xfrm>
          <a:off x="0" y="16109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The poke( ) method is used to write a value to a register in the DUT using a back door access.</a:t>
          </a:r>
          <a:endParaRPr lang="en-US" sz="3300" kern="1200" dirty="0"/>
        </a:p>
      </dsp:txBody>
      <dsp:txXfrm>
        <a:off x="64083" y="80192"/>
        <a:ext cx="10387434" cy="1184574"/>
      </dsp:txXfrm>
    </dsp:sp>
    <dsp:sp modelId="{388B164C-AFDB-4838-AFED-0C781A992C13}">
      <dsp:nvSpPr>
        <dsp:cNvPr id="0" name=""/>
        <dsp:cNvSpPr/>
      </dsp:nvSpPr>
      <dsp:spPr>
        <a:xfrm>
          <a:off x="0" y="1423889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The poke( ) method allows you to modify the value of a register directly in the DUT.</a:t>
          </a:r>
          <a:endParaRPr lang="en-US" sz="3300" kern="1200" dirty="0"/>
        </a:p>
      </dsp:txBody>
      <dsp:txXfrm>
        <a:off x="64083" y="1487972"/>
        <a:ext cx="10387434" cy="1184574"/>
      </dsp:txXfrm>
    </dsp:sp>
    <dsp:sp modelId="{3199E3E7-ADAA-4000-B3D9-C74B7F1D0CF5}">
      <dsp:nvSpPr>
        <dsp:cNvPr id="0" name=""/>
        <dsp:cNvSpPr/>
      </dsp:nvSpPr>
      <dsp:spPr>
        <a:xfrm>
          <a:off x="0" y="2831670"/>
          <a:ext cx="10515600" cy="1312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It operates on the register model's desired value, not the actual value in the DUT.</a:t>
          </a:r>
          <a:endParaRPr lang="en-US" sz="3300" kern="1200" dirty="0"/>
        </a:p>
      </dsp:txBody>
      <dsp:txXfrm>
        <a:off x="64083" y="2895753"/>
        <a:ext cx="10387434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33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8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77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6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2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06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0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73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2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2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1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4E0904-5ABD-4DC7-8562-C38580C9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8FB35-C0D1-F8F7-BE23-C7C76E1E56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44" r="-2" b="10858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/>
          </a:bodyPr>
          <a:lstStyle/>
          <a:p>
            <a:r>
              <a:rPr lang="en-GB" sz="4400" dirty="0"/>
              <a:t>UVM 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 dirty="0"/>
              <a:t>UVM REGISTER ABSTRACTION LAYER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DB28-6F72-0737-C625-BD87096B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UVM RAL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C15A62-D0C9-C07F-2CA8-60ADBB2EBB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822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CF245-522E-AB88-F19F-1C5408AD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dirty="0"/>
              <a:t>RAL MODEL 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19622-DDD1-4E69-809A-922D990EE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3B20E-8C35-4ADD-B0CE-9CB807EE8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933" y="0"/>
            <a:ext cx="6203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9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1D741-2D26-2886-A70D-8A798A5B6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38" y="315111"/>
            <a:ext cx="3888526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dirty="0"/>
              <a:t>UVM RAL CLASS HIERARCHY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100117-2DC5-416A-A7B1-3BDDD86EF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92277"/>
            <a:ext cx="11621629" cy="438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0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840F-1EE3-8B0F-8782-02643766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UVM_REG_BLOCK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40A58D-DBBB-56D2-6C54-8EAFFCD247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9521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8E2DE3-737D-A7B4-18F8-4B7EBEC19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80569"/>
              </p:ext>
            </p:extLst>
          </p:nvPr>
        </p:nvGraphicFramePr>
        <p:xfrm>
          <a:off x="330200" y="3200400"/>
          <a:ext cx="11140494" cy="3132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>
                  <a:extLst>
                    <a:ext uri="{9D8B030D-6E8A-4147-A177-3AD203B41FA5}">
                      <a16:colId xmlns:a16="http://schemas.microsoft.com/office/drawing/2014/main" val="3026903494"/>
                    </a:ext>
                  </a:extLst>
                </a:gridCol>
                <a:gridCol w="8194094">
                  <a:extLst>
                    <a:ext uri="{9D8B030D-6E8A-4147-A177-3AD203B41FA5}">
                      <a16:colId xmlns:a16="http://schemas.microsoft.com/office/drawing/2014/main" val="1506061333"/>
                    </a:ext>
                  </a:extLst>
                </a:gridCol>
              </a:tblGrid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839209"/>
                  </a:ext>
                </a:extLst>
              </a:tr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Get_registers()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 the registers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1162"/>
                  </a:ext>
                </a:extLst>
              </a:tr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Get_fields()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 the 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97913"/>
                  </a:ext>
                </a:extLst>
              </a:tr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Get_memories()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 the memories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27799"/>
                  </a:ext>
                </a:extLst>
              </a:tr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Reset()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Reset the mirror for the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799443"/>
                  </a:ext>
                </a:extLst>
              </a:tr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Update()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 the mirrored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26146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GB" dirty="0"/>
                        <a:t>Set_backdoor()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 the user defined back door for all the registers in the 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171745"/>
                  </a:ext>
                </a:extLst>
              </a:tr>
              <a:tr h="385796">
                <a:tc>
                  <a:txBody>
                    <a:bodyPr/>
                    <a:lstStyle/>
                    <a:p>
                      <a:r>
                        <a:rPr lang="en-GB" dirty="0"/>
                        <a:t>Add_hdl_path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Add the hdl path.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37979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3D68F4-68CA-2838-A58B-7DEBBCC63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416232"/>
              </p:ext>
            </p:extLst>
          </p:nvPr>
        </p:nvGraphicFramePr>
        <p:xfrm>
          <a:off x="292100" y="101600"/>
          <a:ext cx="111150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634">
                  <a:extLst>
                    <a:ext uri="{9D8B030D-6E8A-4147-A177-3AD203B41FA5}">
                      <a16:colId xmlns:a16="http://schemas.microsoft.com/office/drawing/2014/main" val="2965975839"/>
                    </a:ext>
                  </a:extLst>
                </a:gridCol>
                <a:gridCol w="8246458">
                  <a:extLst>
                    <a:ext uri="{9D8B030D-6E8A-4147-A177-3AD203B41FA5}">
                      <a16:colId xmlns:a16="http://schemas.microsoft.com/office/drawing/2014/main" val="3419472998"/>
                    </a:ext>
                  </a:extLst>
                </a:gridCol>
              </a:tblGrid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225059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new()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 new 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56954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configure()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Configuration for specific 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54046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create_map()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 the address maps in the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19121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set_default_map()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Defines the default address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223308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lock_model()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Lock the model and build the address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605899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get_block()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 the sub blocks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222512"/>
                  </a:ext>
                </a:extLst>
              </a:tr>
              <a:tr h="335979">
                <a:tc>
                  <a:txBody>
                    <a:bodyPr/>
                    <a:lstStyle/>
                    <a:p>
                      <a:r>
                        <a:rPr lang="en-GB" dirty="0"/>
                        <a:t>Get_map()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 the address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9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297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A906-A3F3-636F-E1D3-6EFEE3EBA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Uvm_reg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10F97D-080E-C402-3830-A1B16B4584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6989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4C5A8A-48C0-1704-3881-0FB1E667E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692746"/>
              </p:ext>
            </p:extLst>
          </p:nvPr>
        </p:nvGraphicFramePr>
        <p:xfrm>
          <a:off x="297656" y="95249"/>
          <a:ext cx="11813607" cy="300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165210655"/>
                    </a:ext>
                  </a:extLst>
                </a:gridCol>
                <a:gridCol w="9019607">
                  <a:extLst>
                    <a:ext uri="{9D8B030D-6E8A-4147-A177-3AD203B41FA5}">
                      <a16:colId xmlns:a16="http://schemas.microsoft.com/office/drawing/2014/main" val="166342512"/>
                    </a:ext>
                  </a:extLst>
                </a:gridCol>
              </a:tblGrid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791504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new()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 new 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846220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cofiguration()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Configuration foe specific instance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66769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set_offset()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Modifies the register off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33424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get_offset()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Return the Register off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307849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get_address()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Returns the base external physical address of the registers.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227369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get_fields()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Returns the register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7779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r>
                        <a:rPr lang="en-GB" dirty="0"/>
                        <a:t>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 the desired value of the 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8224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09085A-3690-0919-BD04-B526DBFD0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922532"/>
              </p:ext>
            </p:extLst>
          </p:nvPr>
        </p:nvGraphicFramePr>
        <p:xfrm>
          <a:off x="345281" y="3428999"/>
          <a:ext cx="11735345" cy="295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262511425"/>
                    </a:ext>
                  </a:extLst>
                </a:gridCol>
                <a:gridCol w="2767924">
                  <a:extLst>
                    <a:ext uri="{9D8B030D-6E8A-4147-A177-3AD203B41FA5}">
                      <a16:colId xmlns:a16="http://schemas.microsoft.com/office/drawing/2014/main" val="3918910979"/>
                    </a:ext>
                  </a:extLst>
                </a:gridCol>
                <a:gridCol w="8759141">
                  <a:extLst>
                    <a:ext uri="{9D8B030D-6E8A-4147-A177-3AD203B41FA5}">
                      <a16:colId xmlns:a16="http://schemas.microsoft.com/office/drawing/2014/main" val="1521316656"/>
                    </a:ext>
                  </a:extLst>
                </a:gridCol>
              </a:tblGrid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034225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 the desired value of the 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655530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 the desired value of the register present in the DUT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865301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Read the current value from the 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881869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write()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Write the specified value in the 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340388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mirror()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 the mirrored value for the 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496226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set_backdoor()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 the user defined backdoor for all the registers in the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2473"/>
                  </a:ext>
                </a:extLst>
              </a:tr>
              <a:tr h="36987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add_hdl_path()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Add the hdl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103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8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F20C-D235-2256-ECAA-EA014957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UVM_REG_FIELD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24A595-A9C3-0265-556F-7C223C754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36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A5667-4D4B-65B0-A12C-152B6146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Uvm_reg_access_policies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0C9252-248A-6C03-9B00-6C3A0CAE6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978689"/>
              </p:ext>
            </p:extLst>
          </p:nvPr>
        </p:nvGraphicFramePr>
        <p:xfrm>
          <a:off x="838200" y="2108824"/>
          <a:ext cx="10515601" cy="3965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510">
                  <a:extLst>
                    <a:ext uri="{9D8B030D-6E8A-4147-A177-3AD203B41FA5}">
                      <a16:colId xmlns:a16="http://schemas.microsoft.com/office/drawing/2014/main" val="4215771020"/>
                    </a:ext>
                  </a:extLst>
                </a:gridCol>
                <a:gridCol w="8370091">
                  <a:extLst>
                    <a:ext uri="{9D8B030D-6E8A-4147-A177-3AD203B41FA5}">
                      <a16:colId xmlns:a16="http://schemas.microsoft.com/office/drawing/2014/main" val="3939441628"/>
                    </a:ext>
                  </a:extLst>
                </a:gridCol>
              </a:tblGrid>
              <a:tr h="637995">
                <a:tc>
                  <a:txBody>
                    <a:bodyPr/>
                    <a:lstStyle/>
                    <a:p>
                      <a:r>
                        <a:rPr lang="en-GB" sz="1700" dirty="0"/>
                        <a:t>ACCESS_POLICIES</a:t>
                      </a:r>
                    </a:p>
                  </a:txBody>
                  <a:tcPr marL="86216" marR="86216" marT="43108" marB="43108"/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DESCRIPTION</a:t>
                      </a:r>
                    </a:p>
                  </a:txBody>
                  <a:tcPr marL="86216" marR="86216" marT="43108" marB="43108"/>
                </a:tc>
                <a:extLst>
                  <a:ext uri="{0D108BD9-81ED-4DB2-BD59-A6C34878D82A}">
                    <a16:rowId xmlns:a16="http://schemas.microsoft.com/office/drawing/2014/main" val="2864692138"/>
                  </a:ext>
                </a:extLst>
              </a:tr>
              <a:tr h="637995">
                <a:tc>
                  <a:txBody>
                    <a:bodyPr/>
                    <a:lstStyle/>
                    <a:p>
                      <a:r>
                        <a:rPr lang="en-GB" sz="1700" dirty="0"/>
                        <a:t>RO</a:t>
                      </a:r>
                    </a:p>
                  </a:txBody>
                  <a:tcPr marL="86216" marR="86216" marT="43108" marB="43108"/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Read only. It can simply read from the register field value. Writing a field has no effect. </a:t>
                      </a:r>
                    </a:p>
                  </a:txBody>
                  <a:tcPr marL="86216" marR="86216" marT="43108" marB="43108"/>
                </a:tc>
                <a:extLst>
                  <a:ext uri="{0D108BD9-81ED-4DB2-BD59-A6C34878D82A}">
                    <a16:rowId xmlns:a16="http://schemas.microsoft.com/office/drawing/2014/main" val="2489903164"/>
                  </a:ext>
                </a:extLst>
              </a:tr>
              <a:tr h="379349">
                <a:tc>
                  <a:txBody>
                    <a:bodyPr/>
                    <a:lstStyle/>
                    <a:p>
                      <a:r>
                        <a:rPr lang="en-GB" sz="1700" dirty="0"/>
                        <a:t>RW</a:t>
                      </a:r>
                    </a:p>
                  </a:txBody>
                  <a:tcPr marL="86216" marR="86216" marT="43108" marB="43108"/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Read write. Fixed value can be read or write.</a:t>
                      </a:r>
                    </a:p>
                  </a:txBody>
                  <a:tcPr marL="86216" marR="86216" marT="43108" marB="43108"/>
                </a:tc>
                <a:extLst>
                  <a:ext uri="{0D108BD9-81ED-4DB2-BD59-A6C34878D82A}">
                    <a16:rowId xmlns:a16="http://schemas.microsoft.com/office/drawing/2014/main" val="2367301229"/>
                  </a:ext>
                </a:extLst>
              </a:tr>
              <a:tr h="1155289">
                <a:tc>
                  <a:txBody>
                    <a:bodyPr/>
                    <a:lstStyle/>
                    <a:p>
                      <a:r>
                        <a:rPr lang="en-GB" sz="1700" dirty="0"/>
                        <a:t>W1C</a:t>
                      </a:r>
                    </a:p>
                  </a:txBody>
                  <a:tcPr marL="86216" marR="86216" marT="43108" marB="43108"/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Write 1 to clear. </a:t>
                      </a:r>
                      <a:endParaRPr lang="en-US" sz="1700" dirty="0"/>
                    </a:p>
                    <a:p>
                      <a:pPr lvl="0">
                        <a:buNone/>
                      </a:pPr>
                      <a:r>
                        <a:rPr lang="en-GB" sz="1700" dirty="0"/>
                        <a:t>1)Writing 1 clears the corresponding bit.</a:t>
                      </a:r>
                    </a:p>
                    <a:p>
                      <a:pPr lvl="0">
                        <a:buNone/>
                      </a:pPr>
                      <a:r>
                        <a:rPr lang="en-GB" sz="1700" dirty="0"/>
                        <a:t>2)writing 0 has no effect.</a:t>
                      </a:r>
                    </a:p>
                    <a:p>
                      <a:pPr lvl="0">
                        <a:buNone/>
                      </a:pPr>
                      <a:r>
                        <a:rPr lang="en-GB" sz="1700" dirty="0"/>
                        <a:t>3)Reads the field value.  </a:t>
                      </a:r>
                    </a:p>
                  </a:txBody>
                  <a:tcPr marL="86216" marR="86216" marT="43108" marB="43108"/>
                </a:tc>
                <a:extLst>
                  <a:ext uri="{0D108BD9-81ED-4DB2-BD59-A6C34878D82A}">
                    <a16:rowId xmlns:a16="http://schemas.microsoft.com/office/drawing/2014/main" val="2206425040"/>
                  </a:ext>
                </a:extLst>
              </a:tr>
              <a:tr h="1155289">
                <a:tc>
                  <a:txBody>
                    <a:bodyPr/>
                    <a:lstStyle/>
                    <a:p>
                      <a:r>
                        <a:rPr lang="en-GB" sz="1700" dirty="0"/>
                        <a:t>W1S</a:t>
                      </a:r>
                    </a:p>
                  </a:txBody>
                  <a:tcPr marL="86216" marR="86216" marT="43108" marB="43108"/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Write 1 to set.</a:t>
                      </a:r>
                    </a:p>
                    <a:p>
                      <a:pPr lvl="0">
                        <a:buNone/>
                      </a:pPr>
                      <a:r>
                        <a:rPr lang="en-GB" sz="1700" dirty="0"/>
                        <a:t>1)Writing 1 to set the corresponding bit.</a:t>
                      </a:r>
                    </a:p>
                    <a:p>
                      <a:pPr lvl="0">
                        <a:buNone/>
                      </a:pPr>
                      <a:r>
                        <a:rPr lang="en-GB" sz="1700" dirty="0"/>
                        <a:t>2)Writing 0 has no effect.</a:t>
                      </a:r>
                    </a:p>
                    <a:p>
                      <a:pPr lvl="0">
                        <a:buNone/>
                      </a:pPr>
                      <a:r>
                        <a:rPr lang="en-GB" sz="1700" dirty="0"/>
                        <a:t>3)Reads the field value.</a:t>
                      </a:r>
                    </a:p>
                  </a:txBody>
                  <a:tcPr marL="86216" marR="86216" marT="43108" marB="43108"/>
                </a:tc>
                <a:extLst>
                  <a:ext uri="{0D108BD9-81ED-4DB2-BD59-A6C34878D82A}">
                    <a16:rowId xmlns:a16="http://schemas.microsoft.com/office/drawing/2014/main" val="18221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27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54E600-360D-D8F9-742C-749E39AE9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30847"/>
              </p:ext>
            </p:extLst>
          </p:nvPr>
        </p:nvGraphicFramePr>
        <p:xfrm>
          <a:off x="152400" y="228600"/>
          <a:ext cx="11915209" cy="306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499">
                  <a:extLst>
                    <a:ext uri="{9D8B030D-6E8A-4147-A177-3AD203B41FA5}">
                      <a16:colId xmlns:a16="http://schemas.microsoft.com/office/drawing/2014/main" val="551047983"/>
                    </a:ext>
                  </a:extLst>
                </a:gridCol>
                <a:gridCol w="9438710">
                  <a:extLst>
                    <a:ext uri="{9D8B030D-6E8A-4147-A177-3AD203B41FA5}">
                      <a16:colId xmlns:a16="http://schemas.microsoft.com/office/drawing/2014/main" val="2707066204"/>
                    </a:ext>
                  </a:extLst>
                </a:gridCol>
              </a:tblGrid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253326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new()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 a new instance.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97255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configure()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Configuration for specific instance.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554107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set_access()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 the access policy of the 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210827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get_access()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 the access policy of the 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182034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 the desired value of the 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45857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get()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Get the desired value of the 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632581"/>
                  </a:ext>
                </a:extLst>
              </a:tr>
              <a:tr h="382700">
                <a:tc>
                  <a:txBody>
                    <a:bodyPr/>
                    <a:lstStyle/>
                    <a:p>
                      <a:r>
                        <a:rPr lang="en-GB" dirty="0"/>
                        <a:t>reset()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Reset the desirred/mirrored value of the 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8535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67C81B-1E3A-A6BF-B366-5598F293A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82199"/>
              </p:ext>
            </p:extLst>
          </p:nvPr>
        </p:nvGraphicFramePr>
        <p:xfrm>
          <a:off x="203200" y="4051300"/>
          <a:ext cx="11800908" cy="1803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3909092468"/>
                    </a:ext>
                  </a:extLst>
                </a:gridCol>
                <a:gridCol w="9311708">
                  <a:extLst>
                    <a:ext uri="{9D8B030D-6E8A-4147-A177-3AD203B41FA5}">
                      <a16:colId xmlns:a16="http://schemas.microsoft.com/office/drawing/2014/main" val="844642518"/>
                    </a:ext>
                  </a:extLst>
                </a:gridCol>
              </a:tblGrid>
              <a:tr h="450823"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564313"/>
                  </a:ext>
                </a:extLst>
              </a:tr>
              <a:tr h="450823">
                <a:tc>
                  <a:txBody>
                    <a:bodyPr/>
                    <a:lstStyle/>
                    <a:p>
                      <a:r>
                        <a:rPr lang="en-GB" dirty="0"/>
                        <a:t>read()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Read the current value from the 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38358"/>
                  </a:ext>
                </a:extLst>
              </a:tr>
              <a:tr h="450823">
                <a:tc>
                  <a:txBody>
                    <a:bodyPr/>
                    <a:lstStyle/>
                    <a:p>
                      <a:r>
                        <a:rPr lang="en-GB" dirty="0"/>
                        <a:t>write()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Write the specified value in the 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174620"/>
                  </a:ext>
                </a:extLst>
              </a:tr>
              <a:tr h="450823">
                <a:tc>
                  <a:txBody>
                    <a:bodyPr/>
                    <a:lstStyle/>
                    <a:p>
                      <a:r>
                        <a:rPr lang="en-GB" dirty="0"/>
                        <a:t>mirror()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Update the mirrored value for the field.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98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114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A359C7D-4B45-49B7-B3C2-04217BBCD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11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3D68-92FC-7DF1-0479-11AED71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5" y="643467"/>
            <a:ext cx="3964008" cy="1800526"/>
          </a:xfrm>
        </p:spPr>
        <p:txBody>
          <a:bodyPr>
            <a:normAutofit/>
          </a:bodyPr>
          <a:lstStyle/>
          <a:p>
            <a:r>
              <a:rPr lang="en-GB" sz="2800" dirty="0"/>
              <a:t>UVM_REG_FILE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B090-062F-14C8-852A-68974BBC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3964007" cy="35535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 dirty="0"/>
              <a:t>The uvm_reg file is derived from uvm_reg_file. the register file is nothing but a set of registers or register files.</a:t>
            </a:r>
          </a:p>
          <a:p>
            <a:r>
              <a:rPr lang="en-GB" sz="2000" dirty="0"/>
              <a:t>These are the methods in the uvm_reg_files.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5A4C77-41D0-8256-665C-11C912651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59873"/>
              </p:ext>
            </p:extLst>
          </p:nvPr>
        </p:nvGraphicFramePr>
        <p:xfrm>
          <a:off x="7559749" y="754913"/>
          <a:ext cx="4540102" cy="5178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617">
                  <a:extLst>
                    <a:ext uri="{9D8B030D-6E8A-4147-A177-3AD203B41FA5}">
                      <a16:colId xmlns:a16="http://schemas.microsoft.com/office/drawing/2014/main" val="1427451541"/>
                    </a:ext>
                  </a:extLst>
                </a:gridCol>
                <a:gridCol w="2814485">
                  <a:extLst>
                    <a:ext uri="{9D8B030D-6E8A-4147-A177-3AD203B41FA5}">
                      <a16:colId xmlns:a16="http://schemas.microsoft.com/office/drawing/2014/main" val="608645212"/>
                    </a:ext>
                  </a:extLst>
                </a:gridCol>
              </a:tblGrid>
              <a:tr h="759059">
                <a:tc>
                  <a:txBody>
                    <a:bodyPr/>
                    <a:lstStyle/>
                    <a:p>
                      <a:r>
                        <a:rPr lang="en-GB" sz="1400" dirty="0"/>
                        <a:t>METHODS</a:t>
                      </a:r>
                    </a:p>
                  </a:txBody>
                  <a:tcPr marL="72231" marR="72231" marT="36116" marB="3611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DESCRIPTION</a:t>
                      </a:r>
                    </a:p>
                  </a:txBody>
                  <a:tcPr marL="72231" marR="72231" marT="36116" marB="36116"/>
                </a:tc>
                <a:extLst>
                  <a:ext uri="{0D108BD9-81ED-4DB2-BD59-A6C34878D82A}">
                    <a16:rowId xmlns:a16="http://schemas.microsoft.com/office/drawing/2014/main" val="2575413039"/>
                  </a:ext>
                </a:extLst>
              </a:tr>
              <a:tr h="759059">
                <a:tc>
                  <a:txBody>
                    <a:bodyPr/>
                    <a:lstStyle/>
                    <a:p>
                      <a:r>
                        <a:rPr lang="en-GB" sz="1400" dirty="0"/>
                        <a:t>new()</a:t>
                      </a:r>
                    </a:p>
                  </a:txBody>
                  <a:tcPr marL="72231" marR="72231" marT="36116" marB="3611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Create a new instance.</a:t>
                      </a:r>
                    </a:p>
                  </a:txBody>
                  <a:tcPr marL="72231" marR="72231" marT="36116" marB="36116"/>
                </a:tc>
                <a:extLst>
                  <a:ext uri="{0D108BD9-81ED-4DB2-BD59-A6C34878D82A}">
                    <a16:rowId xmlns:a16="http://schemas.microsoft.com/office/drawing/2014/main" val="2191604221"/>
                  </a:ext>
                </a:extLst>
              </a:tr>
              <a:tr h="1276599">
                <a:tc>
                  <a:txBody>
                    <a:bodyPr/>
                    <a:lstStyle/>
                    <a:p>
                      <a:r>
                        <a:rPr lang="en-GB" sz="1400" dirty="0"/>
                        <a:t>configure()</a:t>
                      </a:r>
                    </a:p>
                  </a:txBody>
                  <a:tcPr marL="72231" marR="72231" marT="36116" marB="3611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Configuration for a specific instance.</a:t>
                      </a:r>
                    </a:p>
                  </a:txBody>
                  <a:tcPr marL="72231" marR="72231" marT="36116" marB="36116"/>
                </a:tc>
                <a:extLst>
                  <a:ext uri="{0D108BD9-81ED-4DB2-BD59-A6C34878D82A}">
                    <a16:rowId xmlns:a16="http://schemas.microsoft.com/office/drawing/2014/main" val="599424756"/>
                  </a:ext>
                </a:extLst>
              </a:tr>
              <a:tr h="1191669">
                <a:tc>
                  <a:txBody>
                    <a:bodyPr/>
                    <a:lstStyle/>
                    <a:p>
                      <a:r>
                        <a:rPr lang="en-GB" sz="1400" dirty="0"/>
                        <a:t>get_reg_file()</a:t>
                      </a:r>
                    </a:p>
                  </a:txBody>
                  <a:tcPr marL="72231" marR="72231" marT="36116" marB="3611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Get the parent register file.</a:t>
                      </a:r>
                    </a:p>
                  </a:txBody>
                  <a:tcPr marL="72231" marR="72231" marT="36116" marB="36116"/>
                </a:tc>
                <a:extLst>
                  <a:ext uri="{0D108BD9-81ED-4DB2-BD59-A6C34878D82A}">
                    <a16:rowId xmlns:a16="http://schemas.microsoft.com/office/drawing/2014/main" val="2291594349"/>
                  </a:ext>
                </a:extLst>
              </a:tr>
              <a:tr h="1191669">
                <a:tc>
                  <a:txBody>
                    <a:bodyPr/>
                    <a:lstStyle/>
                    <a:p>
                      <a:r>
                        <a:rPr lang="en-GB" sz="1400" dirty="0"/>
                        <a:t>add_hdl_path()</a:t>
                      </a:r>
                    </a:p>
                  </a:txBody>
                  <a:tcPr marL="72231" marR="72231" marT="36116" marB="36116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Add the hdl path.</a:t>
                      </a:r>
                    </a:p>
                  </a:txBody>
                  <a:tcPr marL="72231" marR="72231" marT="36116" marB="36116"/>
                </a:tc>
                <a:extLst>
                  <a:ext uri="{0D108BD9-81ED-4DB2-BD59-A6C34878D82A}">
                    <a16:rowId xmlns:a16="http://schemas.microsoft.com/office/drawing/2014/main" val="3702591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8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51A6-F2C7-7D86-135C-AA4ED967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UVM_MEM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DFA30C-4E0B-7C4F-305B-D37924A564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503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B252A-2E98-7110-CB72-52D2AE4A9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Uvm_mem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29F388-C057-5472-343D-94D3FD23C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979615"/>
              </p:ext>
            </p:extLst>
          </p:nvPr>
        </p:nvGraphicFramePr>
        <p:xfrm>
          <a:off x="838200" y="2125861"/>
          <a:ext cx="10515601" cy="3931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264">
                  <a:extLst>
                    <a:ext uri="{9D8B030D-6E8A-4147-A177-3AD203B41FA5}">
                      <a16:colId xmlns:a16="http://schemas.microsoft.com/office/drawing/2014/main" val="2751605745"/>
                    </a:ext>
                  </a:extLst>
                </a:gridCol>
                <a:gridCol w="8191337">
                  <a:extLst>
                    <a:ext uri="{9D8B030D-6E8A-4147-A177-3AD203B41FA5}">
                      <a16:colId xmlns:a16="http://schemas.microsoft.com/office/drawing/2014/main" val="2982907553"/>
                    </a:ext>
                  </a:extLst>
                </a:gridCol>
              </a:tblGrid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METHODS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DESCRIPTION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1824790135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new()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Create a new instance.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4086306076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configure()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Configuration for a specific instance.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1095839750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set_offset()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Modifies the memory offset.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3770149623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get_offset()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Returns the memory offset.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1980534077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get_address()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Returns the base address of the memory location.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174926744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read()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Read the current value from the memory location.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210744141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r>
                        <a:rPr lang="en-GB" sz="1600" dirty="0"/>
                        <a:t>write()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Write the specified value in the memory location.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2877708959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/>
                        <a:t>set_backdoor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/>
                        <a:t>Set the user defined back door for the memory.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602019443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/>
                        <a:t>get_backdoor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/>
                        <a:t>Get the user defined back door for the memory.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2994808390"/>
                  </a:ext>
                </a:extLst>
              </a:tr>
              <a:tr h="3574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/>
                        <a:t>add_hdlpath</a:t>
                      </a:r>
                    </a:p>
                  </a:txBody>
                  <a:tcPr marL="81236" marR="81236" marT="40618" marB="40618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/>
                        <a:t>Add the HDL path.</a:t>
                      </a:r>
                    </a:p>
                  </a:txBody>
                  <a:tcPr marL="81236" marR="81236" marT="40618" marB="40618"/>
                </a:tc>
                <a:extLst>
                  <a:ext uri="{0D108BD9-81ED-4DB2-BD59-A6C34878D82A}">
                    <a16:rowId xmlns:a16="http://schemas.microsoft.com/office/drawing/2014/main" val="3579566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813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030F-8AC0-2845-01A3-87F4B569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8" y="365125"/>
            <a:ext cx="11279372" cy="1325563"/>
          </a:xfrm>
        </p:spPr>
        <p:txBody>
          <a:bodyPr/>
          <a:lstStyle/>
          <a:p>
            <a:r>
              <a:rPr lang="en-GB" dirty="0"/>
              <a:t>UVM_REG_MAP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2E91E3-69E6-52D1-F287-F3A532A797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9501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F6970-B77D-EBE5-9AE3-7E7B1420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Uvm_reg_map_methods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E05141-EDAE-F878-28E8-8375B0FE6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938083"/>
              </p:ext>
            </p:extLst>
          </p:nvPr>
        </p:nvGraphicFramePr>
        <p:xfrm>
          <a:off x="838200" y="2016288"/>
          <a:ext cx="10515601" cy="4150997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2438756">
                  <a:extLst>
                    <a:ext uri="{9D8B030D-6E8A-4147-A177-3AD203B41FA5}">
                      <a16:colId xmlns:a16="http://schemas.microsoft.com/office/drawing/2014/main" val="362902614"/>
                    </a:ext>
                  </a:extLst>
                </a:gridCol>
                <a:gridCol w="8076845">
                  <a:extLst>
                    <a:ext uri="{9D8B030D-6E8A-4147-A177-3AD203B41FA5}">
                      <a16:colId xmlns:a16="http://schemas.microsoft.com/office/drawing/2014/main" val="3923596601"/>
                    </a:ext>
                  </a:extLst>
                </a:gridCol>
              </a:tblGrid>
              <a:tr h="402912">
                <a:tc>
                  <a:txBody>
                    <a:bodyPr/>
                    <a:lstStyle/>
                    <a:p>
                      <a:r>
                        <a:rPr lang="en-GB" sz="1000" b="1" cap="all" spc="60" dirty="0">
                          <a:solidFill>
                            <a:schemeClr val="tx1"/>
                          </a:solidFill>
                        </a:rPr>
                        <a:t>METHODS</a:t>
                      </a:r>
                    </a:p>
                  </a:txBody>
                  <a:tcPr marL="111920" marR="111920" marT="111920" marB="1119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all" spc="6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11920" marR="111920" marT="111920" marB="1119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865093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new()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Create a new instance.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260877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configure()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Configuration for a specific instance.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112591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add_reg()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Add a register.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53768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add_mem()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Add a memory.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650433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add_submap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Add an address map.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32517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reset()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Reset the mirror for all the registers in this address map.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149904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set_sequencer()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Set the sequencer and the associated adapter for the map. 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320400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get_sequencer()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 the sequencer and associated adapter for the map.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13844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get_registers()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 the registers.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353128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get_reg_by_offset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 register mapped at offset.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12520"/>
                  </a:ext>
                </a:extLst>
              </a:tr>
              <a:tr h="3407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get_mem_by_offset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Get memory mapped at offset.</a:t>
                      </a:r>
                    </a:p>
                  </a:txBody>
                  <a:tcPr marL="74613" marR="74613" marT="37307" marB="74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827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95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EC82-F90E-E4BA-5AE3-78DAA07A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RAL ADAPTER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10A4F8-051B-65BB-512A-018ED6E4B4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6387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BBAF-D3BB-DF5D-874C-B893876D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Ral_Adapter_methods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AE10C8-27C6-6363-3F79-A017147408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805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F4E4-DAD7-69D2-E827-60DF173C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RAL PREDICTOR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5A9042-8DA6-F4B6-B50D-B2A5DA2AFB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1512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9667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BDC5-2ADF-CFF0-2EBA-364125A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 Prediction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BDC8AF0-3602-09D5-3D31-08560F1613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1568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D563-9318-F746-845A-0E577A00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Explicit Prediction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33C646-F383-4900-EA23-590E5D1B0C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0412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671F-A192-A1B1-EBFD-02A8A7C3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Passive Prediction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56DFA1-5DD6-3C4C-00EB-C98202A31E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8306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834243"/>
            <a:ext cx="3781618" cy="3189514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rgbClr val="17A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ACF48-6A8B-2F21-20EF-0A8FAE03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510" y="2785830"/>
            <a:ext cx="3010737" cy="1765613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rgbClr val="FFFFFF"/>
                </a:solidFill>
              </a:rPr>
              <a:t>WRITE(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F540E-F6C3-BB26-9B08-694D5709D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/>
              <a:t>Write() method writes the value of the DUT register.</a:t>
            </a:r>
          </a:p>
          <a:p>
            <a:r>
              <a:rPr lang="en-GB" sz="2000" dirty="0"/>
              <a:t>It also updates desired and mirrored value.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>
              <a:ea typeface="+mn-lt"/>
              <a:cs typeface="+mn-lt"/>
            </a:endParaRP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70989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834243"/>
            <a:ext cx="3781618" cy="3189514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rgbClr val="17A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9ACD8-E607-81F5-BA49-BE042BF5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510" y="2785830"/>
            <a:ext cx="3010737" cy="1765613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rgbClr val="FFFFFF"/>
                </a:solidFill>
              </a:rPr>
              <a:t>READ(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40B3C-F2BE-A6BF-4A78-8D9213A5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/>
              <a:t>Read() method reads the value of the DUT register and updates desired and mirrored value.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01919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4FCC2-BFF1-7BF0-3D17-0CAC35BB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SET( 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AAA513-F5D9-B24F-BB70-549830C69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105979"/>
              </p:ext>
            </p:extLst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3600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834243"/>
            <a:ext cx="3781618" cy="3189514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rgbClr val="17A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AA323-F64C-633E-86FD-8593C4B4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510" y="2785830"/>
            <a:ext cx="3010737" cy="1765613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rgbClr val="FFFFFF"/>
                </a:solidFill>
              </a:rPr>
              <a:t>GET(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0F549-4A98-83D0-BB1F-4478399BF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14" y="964850"/>
            <a:ext cx="6068786" cy="49283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dirty="0"/>
              <a:t>Get() method reads the desired value and does not read the actual register in the DUT.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89880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82FD8D3-C74C-4B1D-A596-F090EE1A2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AD3D6B5C-B8B4-4071-9480-DEE5EC781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rgbClr val="17A3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57E43-A4A0-C19C-38A8-88F70A09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928" y="2242457"/>
            <a:ext cx="3731849" cy="237308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UPDATE(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3540B-0E13-1FCF-55AF-C0A1F22BB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419" y="713313"/>
            <a:ext cx="4617381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2000" dirty="0"/>
          </a:p>
          <a:p>
            <a:r>
              <a:rPr lang="en-GB" sz="2000" dirty="0"/>
              <a:t>Update() method updates desired value to the register in the DUT if there is a difference between desired and mirrored value. </a:t>
            </a: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88023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047D-D348-5847-82FA-224B7EA7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MIRROR( 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D3FCDC-8765-6FCB-9E1C-11AE9ACE4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178383"/>
              </p:ext>
            </p:extLst>
          </p:nvPr>
        </p:nvGraphicFramePr>
        <p:xfrm>
          <a:off x="838200" y="2011680"/>
          <a:ext cx="10515600" cy="2779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4422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11D1-F784-0163-F73E-01AF189A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PEEK( 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1EE5A6-235C-E06F-6CA7-206FD3AC7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825408"/>
              </p:ext>
            </p:extLst>
          </p:nvPr>
        </p:nvGraphicFramePr>
        <p:xfrm>
          <a:off x="838200" y="2011680"/>
          <a:ext cx="10515600" cy="2624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5512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2260-5148-7643-298A-4AB1B6C2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POKE( 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2F4F9A-E98A-3255-2D6E-D549BE297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705729"/>
              </p:ext>
            </p:extLst>
          </p:nvPr>
        </p:nvGraphicFramePr>
        <p:xfrm>
          <a:off x="838200" y="2011680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669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15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CDBAB-46B2-2D92-A578-B1ABBC72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r>
              <a:rPr lang="en-GB" sz="4400" dirty="0"/>
              <a:t>THANK 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E05C7-FA88-E913-62F3-FFB593A01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77" r="-2" b="-2"/>
          <a:stretch/>
        </p:blipFill>
        <p:spPr>
          <a:xfrm>
            <a:off x="6606253" y="2041577"/>
            <a:ext cx="4942280" cy="277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90049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_2SEEDS">
      <a:dk1>
        <a:srgbClr val="000000"/>
      </a:dk1>
      <a:lt1>
        <a:srgbClr val="FFFFFF"/>
      </a:lt1>
      <a:dk2>
        <a:srgbClr val="412924"/>
      </a:dk2>
      <a:lt2>
        <a:srgbClr val="E8E4E2"/>
      </a:lt2>
      <a:accent1>
        <a:srgbClr val="17A3D5"/>
      </a:accent1>
      <a:accent2>
        <a:srgbClr val="20B59E"/>
      </a:accent2>
      <a:accent3>
        <a:srgbClr val="2966E7"/>
      </a:accent3>
      <a:accent4>
        <a:srgbClr val="D51723"/>
      </a:accent4>
      <a:accent5>
        <a:srgbClr val="E76C29"/>
      </a:accent5>
      <a:accent6>
        <a:srgbClr val="C49C15"/>
      </a:accent6>
      <a:hlink>
        <a:srgbClr val="BF613F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1825</Words>
  <Application>Microsoft Office PowerPoint</Application>
  <PresentationFormat>Widescreen</PresentationFormat>
  <Paragraphs>260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Elephant</vt:lpstr>
      <vt:lpstr>BrushVTI</vt:lpstr>
      <vt:lpstr>UVM RAL</vt:lpstr>
      <vt:lpstr>UVM RAL</vt:lpstr>
      <vt:lpstr>RAL MODEL STRUCTURE</vt:lpstr>
      <vt:lpstr>UVM RAL CLASS HIERARCHY</vt:lpstr>
      <vt:lpstr>UVM_REG_BLOCK</vt:lpstr>
      <vt:lpstr>PowerPoint Presentation</vt:lpstr>
      <vt:lpstr>Uvm_reg</vt:lpstr>
      <vt:lpstr>PowerPoint Presentation</vt:lpstr>
      <vt:lpstr>UVM_REG_FIELD</vt:lpstr>
      <vt:lpstr>Uvm_reg_access_policies</vt:lpstr>
      <vt:lpstr>PowerPoint Presentation</vt:lpstr>
      <vt:lpstr>UVM_REG_FILE</vt:lpstr>
      <vt:lpstr>UVM_MEM</vt:lpstr>
      <vt:lpstr>Uvm_mem methods</vt:lpstr>
      <vt:lpstr>UVM_REG_MAP</vt:lpstr>
      <vt:lpstr>Uvm_reg_map_methods</vt:lpstr>
      <vt:lpstr>RAL ADAPTER</vt:lpstr>
      <vt:lpstr>Ral_Adapter_methods</vt:lpstr>
      <vt:lpstr>RAL PREDICTOR</vt:lpstr>
      <vt:lpstr>Auto Prediction</vt:lpstr>
      <vt:lpstr>Explicit Prediction</vt:lpstr>
      <vt:lpstr>Passive Prediction</vt:lpstr>
      <vt:lpstr>WRITE( )</vt:lpstr>
      <vt:lpstr>READ( )</vt:lpstr>
      <vt:lpstr>SET( )</vt:lpstr>
      <vt:lpstr>GET( )</vt:lpstr>
      <vt:lpstr>UPDATE( )</vt:lpstr>
      <vt:lpstr>MIRROR( )</vt:lpstr>
      <vt:lpstr>PEEK( )</vt:lpstr>
      <vt:lpstr>POKE( )</vt:lpstr>
      <vt:lpstr>THANK 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Chirag Hadiya</cp:lastModifiedBy>
  <cp:revision>1295</cp:revision>
  <dcterms:created xsi:type="dcterms:W3CDTF">2024-06-15T09:32:26Z</dcterms:created>
  <dcterms:modified xsi:type="dcterms:W3CDTF">2026-07-03T05:28:54Z</dcterms:modified>
</cp:coreProperties>
</file>